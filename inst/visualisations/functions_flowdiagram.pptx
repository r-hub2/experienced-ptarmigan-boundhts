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51"/>
  </p:normalViewPr>
  <p:slideViewPr>
    <p:cSldViewPr snapToGrid="0">
      <p:cViewPr varScale="1">
        <p:scale>
          <a:sx n="110" d="100"/>
          <a:sy n="110" d="100"/>
        </p:scale>
        <p:origin x="6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61F6285-6D14-6D42-B85C-6A6314682583}" type="doc">
      <dgm:prSet loTypeId="urn:microsoft.com/office/officeart/2005/8/layout/hierarchy5" loCatId="" qsTypeId="urn:microsoft.com/office/officeart/2005/8/quickstyle/simple1" qsCatId="simple" csTypeId="urn:microsoft.com/office/officeart/2005/8/colors/accent0_2" csCatId="mainScheme" phldr="1"/>
      <dgm:spPr/>
      <dgm:t>
        <a:bodyPr/>
        <a:lstStyle/>
        <a:p>
          <a:endParaRPr lang="en-GB"/>
        </a:p>
      </dgm:t>
    </dgm:pt>
    <dgm:pt modelId="{B355978A-651E-2B4E-B1F0-370145D9C7EA}" type="asst">
      <dgm:prSet phldrT="[Text]" custT="1"/>
      <dgm:spPr/>
      <dgm:t>
        <a:bodyPr/>
        <a:lstStyle/>
        <a:p>
          <a:pPr algn="ctr"/>
          <a:r>
            <a:rPr lang="en-GB" sz="1400" b="1" dirty="0">
              <a:latin typeface="+mn-lt"/>
            </a:rPr>
            <a:t>Point estimates</a:t>
          </a:r>
        </a:p>
        <a:p>
          <a:pPr algn="ctr"/>
          <a:r>
            <a:rPr lang="en-GB" sz="1400" b="0" i="1" dirty="0" err="1">
              <a:latin typeface="+mn-lt"/>
            </a:rPr>
            <a:t>Poisson_convolution</a:t>
          </a:r>
          <a:r>
            <a:rPr lang="en-GB" sz="1400" b="0" i="1" dirty="0">
              <a:latin typeface="+mn-lt"/>
            </a:rPr>
            <a:t>(…, </a:t>
          </a:r>
        </a:p>
        <a:p>
          <a:pPr algn="ctr"/>
          <a:r>
            <a:rPr lang="en-GB" sz="1400" b="0" i="1" dirty="0">
              <a:latin typeface="+mn-lt"/>
            </a:rPr>
            <a:t>point=TRUE)</a:t>
          </a:r>
        </a:p>
      </dgm:t>
    </dgm:pt>
    <dgm:pt modelId="{110AF7F8-19C2-C94F-8838-1DDEC43825BC}" type="parTrans" cxnId="{B743B9ED-2E26-2D4E-B3AC-08E3211DACB3}">
      <dgm:prSet custT="1"/>
      <dgm:spPr/>
      <dgm:t>
        <a:bodyPr/>
        <a:lstStyle/>
        <a:p>
          <a:endParaRPr lang="en-GB" sz="1000"/>
        </a:p>
      </dgm:t>
    </dgm:pt>
    <dgm:pt modelId="{CC3D2374-6197-284F-A1E3-ED6E7C9AE3EC}" type="sibTrans" cxnId="{B743B9ED-2E26-2D4E-B3AC-08E3211DACB3}">
      <dgm:prSet/>
      <dgm:spPr/>
      <dgm:t>
        <a:bodyPr/>
        <a:lstStyle/>
        <a:p>
          <a:endParaRPr lang="en-GB"/>
        </a:p>
      </dgm:t>
    </dgm:pt>
    <dgm:pt modelId="{76487E3F-8CAE-E440-B836-01353339331C}" type="asst">
      <dgm:prSet phldrT="[Text]" custT="1"/>
      <dgm:spPr/>
      <dgm:t>
        <a:bodyPr/>
        <a:lstStyle/>
        <a:p>
          <a:r>
            <a:rPr lang="en-GB" sz="1400" b="1" dirty="0"/>
            <a:t>Posterior samples</a:t>
          </a:r>
        </a:p>
        <a:p>
          <a:r>
            <a:rPr lang="en-GB" sz="1400" b="0" i="1" dirty="0" err="1">
              <a:latin typeface="+mn-lt"/>
            </a:rPr>
            <a:t>Poisson_convolution</a:t>
          </a:r>
          <a:r>
            <a:rPr lang="en-GB" sz="1400" b="0" i="1" dirty="0">
              <a:latin typeface="+mn-lt"/>
            </a:rPr>
            <a:t>(…, point=FALSE)</a:t>
          </a:r>
          <a:endParaRPr lang="en-GB" sz="1400" b="1" dirty="0"/>
        </a:p>
      </dgm:t>
    </dgm:pt>
    <dgm:pt modelId="{CC4D8E34-F7A5-014D-89DE-3ABB353976A1}" type="parTrans" cxnId="{A2A6DF6D-B805-AC44-8AA1-D5C6D2BABD41}">
      <dgm:prSet custT="1"/>
      <dgm:spPr/>
      <dgm:t>
        <a:bodyPr/>
        <a:lstStyle/>
        <a:p>
          <a:endParaRPr lang="en-GB" sz="1000"/>
        </a:p>
      </dgm:t>
    </dgm:pt>
    <dgm:pt modelId="{096C4CCC-3804-B844-849B-BD8142516DC4}" type="sibTrans" cxnId="{A2A6DF6D-B805-AC44-8AA1-D5C6D2BABD41}">
      <dgm:prSet/>
      <dgm:spPr/>
      <dgm:t>
        <a:bodyPr/>
        <a:lstStyle/>
        <a:p>
          <a:endParaRPr lang="en-GB"/>
        </a:p>
      </dgm:t>
    </dgm:pt>
    <dgm:pt modelId="{161803AA-4563-E246-A880-7E9C6948833B}" type="asst">
      <dgm:prSet phldrT="[Text]" custT="1"/>
      <dgm:spPr/>
      <dgm:t>
        <a:bodyPr/>
        <a:lstStyle/>
        <a:p>
          <a:pPr>
            <a:buNone/>
          </a:pPr>
          <a:r>
            <a:rPr lang="en-GB" sz="1400" b="1" dirty="0"/>
            <a:t>Point estimates</a:t>
          </a:r>
        </a:p>
        <a:p>
          <a:pPr>
            <a:buFont typeface="Arial" panose="020B0604020202020204" pitchFamily="34" charset="0"/>
            <a:buNone/>
          </a:pPr>
          <a:r>
            <a:rPr lang="en-GB" sz="1000" dirty="0"/>
            <a:t> </a:t>
          </a:r>
          <a:r>
            <a:rPr lang="en-GB" sz="1100" i="1" dirty="0" err="1"/>
            <a:t>Beta_convolution</a:t>
          </a:r>
          <a:r>
            <a:rPr lang="en-GB" sz="1100" b="0" i="1" dirty="0">
              <a:latin typeface="+mn-lt"/>
            </a:rPr>
            <a:t>(…, point=TRUE)</a:t>
          </a:r>
          <a:endParaRPr lang="en-GB" sz="1100" i="1" dirty="0"/>
        </a:p>
        <a:p>
          <a:pPr>
            <a:buFont typeface="Arial" panose="020B0604020202020204" pitchFamily="34" charset="0"/>
            <a:buNone/>
          </a:pPr>
          <a:r>
            <a:rPr lang="en-GB" sz="1100" i="1" dirty="0" err="1"/>
            <a:t>ZIB_convolution</a:t>
          </a:r>
          <a:r>
            <a:rPr lang="en-GB" sz="1100" b="0" i="1" dirty="0">
              <a:latin typeface="+mn-lt"/>
            </a:rPr>
            <a:t>(…, point=TRUE)</a:t>
          </a:r>
          <a:r>
            <a:rPr lang="en-GB" sz="1100" i="1" dirty="0"/>
            <a:t>
  </a:t>
          </a:r>
          <a:r>
            <a:rPr lang="en-GB" sz="1100" i="1" dirty="0" err="1"/>
            <a:t>ZOIB_convolution</a:t>
          </a:r>
          <a:r>
            <a:rPr lang="en-GB" sz="1100" b="0" i="1" dirty="0">
              <a:latin typeface="+mn-lt"/>
            </a:rPr>
            <a:t>(…, point=TRUE)</a:t>
          </a:r>
          <a:endParaRPr lang="en-GB" sz="1100" i="1" dirty="0"/>
        </a:p>
      </dgm:t>
    </dgm:pt>
    <dgm:pt modelId="{BF4C89C5-6BCA-374E-B6C6-56B61798F989}" type="parTrans" cxnId="{A860413B-FF7A-C946-8CCA-2E1080287EFC}">
      <dgm:prSet custT="1"/>
      <dgm:spPr/>
      <dgm:t>
        <a:bodyPr/>
        <a:lstStyle/>
        <a:p>
          <a:endParaRPr lang="en-GB" sz="1000"/>
        </a:p>
      </dgm:t>
    </dgm:pt>
    <dgm:pt modelId="{D12D1F28-BAF0-E04E-AA0E-76AC4B7FF6FC}" type="sibTrans" cxnId="{A860413B-FF7A-C946-8CCA-2E1080287EFC}">
      <dgm:prSet/>
      <dgm:spPr/>
      <dgm:t>
        <a:bodyPr/>
        <a:lstStyle/>
        <a:p>
          <a:endParaRPr lang="en-GB"/>
        </a:p>
      </dgm:t>
    </dgm:pt>
    <dgm:pt modelId="{12222C66-9585-B748-AA4D-31460AD9F31F}" type="asst">
      <dgm:prSet phldrT="[Text]" custT="1"/>
      <dgm:spPr/>
      <dgm:t>
        <a:bodyPr/>
        <a:lstStyle/>
        <a:p>
          <a:r>
            <a:rPr lang="en-GB" sz="1400" b="1" dirty="0"/>
            <a:t>Posterior samples</a:t>
          </a:r>
        </a:p>
        <a:p>
          <a:r>
            <a:rPr lang="en-GB" sz="1000" b="1" dirty="0"/>
            <a:t> </a:t>
          </a:r>
          <a:r>
            <a:rPr lang="en-GB" sz="1100" i="1" dirty="0" err="1"/>
            <a:t>Beta_convolution</a:t>
          </a:r>
          <a:r>
            <a:rPr lang="en-GB" sz="1100" b="0" i="1" dirty="0">
              <a:latin typeface="+mn-lt"/>
            </a:rPr>
            <a:t>(…, point=FALSE)</a:t>
          </a:r>
          <a:endParaRPr lang="en-GB" sz="1100" i="1" dirty="0"/>
        </a:p>
        <a:p>
          <a:pPr>
            <a:buFont typeface="Arial" panose="020B0604020202020204" pitchFamily="34" charset="0"/>
            <a:buNone/>
          </a:pPr>
          <a:r>
            <a:rPr lang="en-GB" sz="1100" i="1" dirty="0" err="1"/>
            <a:t>ZIB_convolution</a:t>
          </a:r>
          <a:r>
            <a:rPr lang="en-GB" sz="1100" b="0" i="1" dirty="0">
              <a:latin typeface="+mn-lt"/>
            </a:rPr>
            <a:t>(…, point=FALSE)</a:t>
          </a:r>
          <a:r>
            <a:rPr lang="en-GB" sz="1100" i="1" dirty="0"/>
            <a:t>
  </a:t>
          </a:r>
          <a:r>
            <a:rPr lang="en-GB" sz="1100" i="1" dirty="0" err="1"/>
            <a:t>ZOIB_convolution</a:t>
          </a:r>
          <a:r>
            <a:rPr lang="en-GB" sz="1100" b="0" i="1" dirty="0">
              <a:latin typeface="+mn-lt"/>
            </a:rPr>
            <a:t>(…, point=FALSE)</a:t>
          </a:r>
          <a:endParaRPr lang="en-GB" sz="1100" b="0" i="1" dirty="0"/>
        </a:p>
      </dgm:t>
    </dgm:pt>
    <dgm:pt modelId="{4ABCAEEF-F0B2-AD4A-B6E2-5C1895FECC43}" type="parTrans" cxnId="{DF32039A-4E83-E24C-9BEA-C0996FE7A3F5}">
      <dgm:prSet custT="1"/>
      <dgm:spPr/>
      <dgm:t>
        <a:bodyPr/>
        <a:lstStyle/>
        <a:p>
          <a:endParaRPr lang="en-GB" sz="1000"/>
        </a:p>
      </dgm:t>
    </dgm:pt>
    <dgm:pt modelId="{CD3C74D3-B215-D84C-9EF9-C9D1F6DAD57A}" type="sibTrans" cxnId="{DF32039A-4E83-E24C-9BEA-C0996FE7A3F5}">
      <dgm:prSet/>
      <dgm:spPr/>
      <dgm:t>
        <a:bodyPr/>
        <a:lstStyle/>
        <a:p>
          <a:endParaRPr lang="en-GB"/>
        </a:p>
      </dgm:t>
    </dgm:pt>
    <dgm:pt modelId="{AB1C4D53-29B2-7E41-BC6D-C4435F1F3104}">
      <dgm:prSet phldrT="[Text]" phldr="1" custT="1">
        <dgm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dgm:style>
      </dgm:prSet>
      <dgm:spPr/>
      <dgm:t>
        <a:bodyPr/>
        <a:lstStyle/>
        <a:p>
          <a:endParaRPr lang="en-GB" sz="1000" dirty="0">
            <a:solidFill>
              <a:schemeClr val="bg1"/>
            </a:solidFill>
          </a:endParaRPr>
        </a:p>
      </dgm:t>
    </dgm:pt>
    <dgm:pt modelId="{52C0B789-00FD-2940-95B1-C67F134F87B5}" type="sibTrans" cxnId="{BC25701F-C7F3-714B-BAF3-F8CD41D55653}">
      <dgm:prSet/>
      <dgm:spPr/>
      <dgm:t>
        <a:bodyPr/>
        <a:lstStyle/>
        <a:p>
          <a:endParaRPr lang="en-GB"/>
        </a:p>
      </dgm:t>
    </dgm:pt>
    <dgm:pt modelId="{381C6734-496B-8043-A650-EA33092BF966}" type="parTrans" cxnId="{BC25701F-C7F3-714B-BAF3-F8CD41D55653}">
      <dgm:prSet/>
      <dgm:spPr/>
      <dgm:t>
        <a:bodyPr/>
        <a:lstStyle/>
        <a:p>
          <a:endParaRPr lang="en-GB"/>
        </a:p>
      </dgm:t>
    </dgm:pt>
    <dgm:pt modelId="{7C0A3C4D-0AC5-C74E-874F-0E465297C26F}" type="asst">
      <dgm:prSet phldrT="[Text]" custT="1"/>
      <dgm:spPr/>
      <dgm:t>
        <a:bodyPr/>
        <a:lstStyle/>
        <a:p>
          <a:r>
            <a:rPr lang="en-GB" sz="1400" b="1" dirty="0"/>
            <a:t>Continuous</a:t>
          </a:r>
        </a:p>
        <a:p>
          <a:r>
            <a:rPr lang="en-GB" sz="1400" b="0" dirty="0"/>
            <a:t>(Beta, ZIB, ZOIB)</a:t>
          </a:r>
        </a:p>
      </dgm:t>
    </dgm:pt>
    <dgm:pt modelId="{108241F8-53B3-A34B-B392-0D9A8F88AB13}" type="sibTrans" cxnId="{48F57075-6A63-E045-94FC-76ABF510E9FF}">
      <dgm:prSet/>
      <dgm:spPr/>
      <dgm:t>
        <a:bodyPr/>
        <a:lstStyle/>
        <a:p>
          <a:endParaRPr lang="en-GB"/>
        </a:p>
      </dgm:t>
    </dgm:pt>
    <dgm:pt modelId="{41C056EF-48A9-8249-BE8A-B2FD29501118}" type="parTrans" cxnId="{48F57075-6A63-E045-94FC-76ABF510E9FF}">
      <dgm:prSet custT="1"/>
      <dgm:spPr/>
      <dgm:t>
        <a:bodyPr/>
        <a:lstStyle/>
        <a:p>
          <a:endParaRPr lang="en-GB" sz="1000"/>
        </a:p>
      </dgm:t>
    </dgm:pt>
    <dgm:pt modelId="{A1902970-0499-A640-8446-8B1D339FFB2A}" type="asst">
      <dgm:prSet phldrT="[Text]" custT="1"/>
      <dgm:spPr/>
      <dgm:t>
        <a:bodyPr/>
        <a:lstStyle/>
        <a:p>
          <a:r>
            <a:rPr lang="en-GB" sz="1400" b="1" dirty="0"/>
            <a:t>Discrete</a:t>
          </a:r>
        </a:p>
        <a:p>
          <a:r>
            <a:rPr lang="en-GB" sz="1400" dirty="0"/>
            <a:t>(Poisson) </a:t>
          </a:r>
        </a:p>
      </dgm:t>
    </dgm:pt>
    <dgm:pt modelId="{286EB0D4-C99D-CF41-9E63-C94A649A26E3}" type="sibTrans" cxnId="{151C6021-0CDC-A14C-AE93-7E6D19603E38}">
      <dgm:prSet/>
      <dgm:spPr/>
      <dgm:t>
        <a:bodyPr/>
        <a:lstStyle/>
        <a:p>
          <a:endParaRPr lang="en-GB"/>
        </a:p>
      </dgm:t>
    </dgm:pt>
    <dgm:pt modelId="{263E694C-FA4F-3945-BC9D-FF34B4C9B3A3}" type="parTrans" cxnId="{151C6021-0CDC-A14C-AE93-7E6D19603E38}">
      <dgm:prSet custT="1"/>
      <dgm:spPr/>
      <dgm:t>
        <a:bodyPr/>
        <a:lstStyle/>
        <a:p>
          <a:endParaRPr lang="en-GB" sz="1000"/>
        </a:p>
      </dgm:t>
    </dgm:pt>
    <dgm:pt modelId="{74EDE943-628E-5B4F-8EB5-A08A5866E684}" type="asst">
      <dgm:prSet phldrT="[Text]" custT="1"/>
      <dgm:spPr/>
      <dgm:t>
        <a:bodyPr/>
        <a:lstStyle/>
        <a:p>
          <a:r>
            <a:rPr lang="en-GB" sz="1400" b="1" i="1" dirty="0">
              <a:latin typeface="+mn-lt"/>
            </a:rPr>
            <a:t>Tilt density </a:t>
          </a:r>
        </a:p>
        <a:p>
          <a:r>
            <a:rPr lang="en-GB" sz="1400" b="0" i="1" dirty="0" err="1">
              <a:latin typeface="+mn-lt"/>
            </a:rPr>
            <a:t>tilt_density</a:t>
          </a:r>
          <a:r>
            <a:rPr lang="en-GB" sz="1400" b="0" i="1" dirty="0">
              <a:latin typeface="+mn-lt"/>
            </a:rPr>
            <a:t>()</a:t>
          </a:r>
          <a:endParaRPr lang="en-GB" sz="1050" i="1" dirty="0"/>
        </a:p>
      </dgm:t>
    </dgm:pt>
    <dgm:pt modelId="{B42D713D-333B-CB4B-91F9-85E4B927F219}" type="parTrans" cxnId="{D250A919-B30D-7943-AC4B-0D63E48F7AFA}">
      <dgm:prSet custT="1"/>
      <dgm:spPr/>
      <dgm:t>
        <a:bodyPr/>
        <a:lstStyle/>
        <a:p>
          <a:endParaRPr lang="en-GB" sz="1000"/>
        </a:p>
      </dgm:t>
    </dgm:pt>
    <dgm:pt modelId="{FD082F34-598E-2947-B33A-E1A41F6241FB}" type="sibTrans" cxnId="{D250A919-B30D-7943-AC4B-0D63E48F7AFA}">
      <dgm:prSet/>
      <dgm:spPr/>
      <dgm:t>
        <a:bodyPr/>
        <a:lstStyle/>
        <a:p>
          <a:endParaRPr lang="en-GB"/>
        </a:p>
      </dgm:t>
    </dgm:pt>
    <dgm:pt modelId="{5690C057-799C-8A43-A939-0E4AF49C833F}" type="asst">
      <dgm:prSet phldrT="[Text]" custT="1"/>
      <dgm:spPr/>
      <dgm:t>
        <a:bodyPr/>
        <a:lstStyle/>
        <a:p>
          <a:pPr algn="ctr"/>
          <a:r>
            <a:rPr lang="en-GB" sz="1400" b="1" i="1" dirty="0">
              <a:latin typeface="+mn-lt"/>
            </a:rPr>
            <a:t>Tilt density </a:t>
          </a:r>
        </a:p>
        <a:p>
          <a:pPr algn="ctr"/>
          <a:r>
            <a:rPr lang="en-GB" sz="1400" b="0" i="1" dirty="0" err="1">
              <a:latin typeface="+mn-lt"/>
            </a:rPr>
            <a:t>tilt_density</a:t>
          </a:r>
          <a:r>
            <a:rPr lang="en-GB" sz="1400" b="0" i="1" dirty="0">
              <a:latin typeface="+mn-lt"/>
            </a:rPr>
            <a:t>()</a:t>
          </a:r>
        </a:p>
      </dgm:t>
    </dgm:pt>
    <dgm:pt modelId="{332996A8-FD22-7C43-8535-996BA2848AD9}" type="parTrans" cxnId="{9C5C849F-7BAD-0348-BCAB-F792B8CFAF9C}">
      <dgm:prSet custT="1"/>
      <dgm:spPr/>
      <dgm:t>
        <a:bodyPr/>
        <a:lstStyle/>
        <a:p>
          <a:endParaRPr lang="en-GB" sz="1000"/>
        </a:p>
      </dgm:t>
    </dgm:pt>
    <dgm:pt modelId="{16BDB8D3-FC5B-AA40-8BDB-BC46EA0C6091}" type="sibTrans" cxnId="{9C5C849F-7BAD-0348-BCAB-F792B8CFAF9C}">
      <dgm:prSet/>
      <dgm:spPr/>
      <dgm:t>
        <a:bodyPr/>
        <a:lstStyle/>
        <a:p>
          <a:endParaRPr lang="en-GB"/>
        </a:p>
      </dgm:t>
    </dgm:pt>
    <dgm:pt modelId="{B6AB3D41-0FCB-9F4A-BCBC-E561EF652D0D}" type="asst">
      <dgm:prSet phldrT="[Text]" custT="1"/>
      <dgm:spPr/>
      <dgm:t>
        <a:bodyPr/>
        <a:lstStyle/>
        <a:p>
          <a:pPr>
            <a:buNone/>
          </a:pPr>
          <a:r>
            <a:rPr lang="en-GB" sz="1400" b="1" i="1" dirty="0">
              <a:latin typeface="+mn-lt"/>
            </a:rPr>
            <a:t>Tilt density </a:t>
          </a:r>
        </a:p>
        <a:p>
          <a:r>
            <a:rPr lang="en-GB" sz="1400" b="0" i="1" dirty="0" err="1">
              <a:latin typeface="+mn-lt"/>
            </a:rPr>
            <a:t>tilt_density</a:t>
          </a:r>
          <a:r>
            <a:rPr lang="en-GB" sz="1400" b="0" i="1" dirty="0">
              <a:latin typeface="+mn-lt"/>
            </a:rPr>
            <a:t>()</a:t>
          </a:r>
          <a:endParaRPr lang="en-GB" sz="1050" i="1" dirty="0"/>
        </a:p>
      </dgm:t>
    </dgm:pt>
    <dgm:pt modelId="{30F6894B-613C-C84E-8A76-B77A93D3B4E6}" type="parTrans" cxnId="{D601D1DE-2F64-4642-9C5D-F8C4221541DD}">
      <dgm:prSet custT="1"/>
      <dgm:spPr/>
      <dgm:t>
        <a:bodyPr/>
        <a:lstStyle/>
        <a:p>
          <a:endParaRPr lang="en-GB" sz="1000"/>
        </a:p>
      </dgm:t>
    </dgm:pt>
    <dgm:pt modelId="{E5CE373B-B986-E448-9EDA-8772E2370981}" type="sibTrans" cxnId="{D601D1DE-2F64-4642-9C5D-F8C4221541DD}">
      <dgm:prSet/>
      <dgm:spPr/>
      <dgm:t>
        <a:bodyPr/>
        <a:lstStyle/>
        <a:p>
          <a:endParaRPr lang="en-GB"/>
        </a:p>
      </dgm:t>
    </dgm:pt>
    <dgm:pt modelId="{71CA215E-CA76-0846-B434-6A7828A54742}" type="asst">
      <dgm:prSet phldrT="[Text]" custT="1"/>
      <dgm:spPr/>
      <dgm:t>
        <a:bodyPr/>
        <a:lstStyle/>
        <a:p>
          <a:r>
            <a:rPr lang="en-GB" sz="1400" b="1" i="1" dirty="0">
              <a:latin typeface="+mn-lt"/>
            </a:rPr>
            <a:t>Tilt density </a:t>
          </a:r>
        </a:p>
        <a:p>
          <a:r>
            <a:rPr lang="en-GB" sz="1400" b="0" i="1" dirty="0" err="1">
              <a:latin typeface="+mn-lt"/>
            </a:rPr>
            <a:t>tilt_density</a:t>
          </a:r>
          <a:r>
            <a:rPr lang="en-GB" sz="1400" b="0" i="1" dirty="0">
              <a:latin typeface="+mn-lt"/>
            </a:rPr>
            <a:t>()</a:t>
          </a:r>
          <a:endParaRPr lang="en-GB" sz="1050" b="0" i="1" dirty="0"/>
        </a:p>
      </dgm:t>
    </dgm:pt>
    <dgm:pt modelId="{091A5C4A-DD20-CC47-A632-022003E6BAC7}" type="parTrans" cxnId="{9D2D72B3-0890-8A41-88A5-966F4101E79F}">
      <dgm:prSet custT="1"/>
      <dgm:spPr/>
      <dgm:t>
        <a:bodyPr/>
        <a:lstStyle/>
        <a:p>
          <a:endParaRPr lang="en-GB" sz="1000"/>
        </a:p>
      </dgm:t>
    </dgm:pt>
    <dgm:pt modelId="{0953EC67-C805-6C44-B17F-2DEEDF3F573E}" type="sibTrans" cxnId="{9D2D72B3-0890-8A41-88A5-966F4101E79F}">
      <dgm:prSet/>
      <dgm:spPr/>
      <dgm:t>
        <a:bodyPr/>
        <a:lstStyle/>
        <a:p>
          <a:endParaRPr lang="en-GB"/>
        </a:p>
      </dgm:t>
    </dgm:pt>
    <dgm:pt modelId="{BFD8A193-4A06-3A43-BACF-044C5FBAF8B4}" type="asst">
      <dgm:prSet phldrT="[Text]" custT="1"/>
      <dgm:spPr/>
      <dgm:t>
        <a:bodyPr/>
        <a:lstStyle/>
        <a:p>
          <a:r>
            <a:rPr lang="en-GB" sz="1400" b="1" i="1" dirty="0">
              <a:latin typeface="+mn-lt"/>
            </a:rPr>
            <a:t>Tilt density </a:t>
          </a:r>
        </a:p>
        <a:p>
          <a:r>
            <a:rPr lang="en-GB" sz="1400" b="0" i="1" dirty="0" err="1">
              <a:latin typeface="+mn-lt"/>
            </a:rPr>
            <a:t>tilt_density</a:t>
          </a:r>
          <a:r>
            <a:rPr lang="en-GB" sz="1400" b="0" i="1" dirty="0">
              <a:latin typeface="+mn-lt"/>
            </a:rPr>
            <a:t>()</a:t>
          </a:r>
          <a:endParaRPr lang="en-GB" sz="1050" i="1" dirty="0"/>
        </a:p>
      </dgm:t>
    </dgm:pt>
    <dgm:pt modelId="{E99C143A-A773-0B41-9469-5011DF61D183}" type="sibTrans" cxnId="{A855A260-23F8-8348-BC92-F8E2E0FC1D95}">
      <dgm:prSet/>
      <dgm:spPr/>
      <dgm:t>
        <a:bodyPr/>
        <a:lstStyle/>
        <a:p>
          <a:endParaRPr lang="en-GB"/>
        </a:p>
      </dgm:t>
    </dgm:pt>
    <dgm:pt modelId="{B143406F-2EBB-5646-BF5A-9328F4DD294A}" type="parTrans" cxnId="{A855A260-23F8-8348-BC92-F8E2E0FC1D95}">
      <dgm:prSet custT="1"/>
      <dgm:spPr/>
      <dgm:t>
        <a:bodyPr/>
        <a:lstStyle/>
        <a:p>
          <a:endParaRPr lang="en-GB" sz="1000"/>
        </a:p>
      </dgm:t>
    </dgm:pt>
    <dgm:pt modelId="{99AED1C3-3AAA-1E43-A934-127FA3666AEF}" type="pres">
      <dgm:prSet presAssocID="{E61F6285-6D14-6D42-B85C-6A6314682583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B755BFB6-4E47-9D47-BCA5-F818E21B720F}" type="pres">
      <dgm:prSet presAssocID="{E61F6285-6D14-6D42-B85C-6A6314682583}" presName="hierFlow" presStyleCnt="0"/>
      <dgm:spPr/>
    </dgm:pt>
    <dgm:pt modelId="{32EF0062-A5D1-2C41-99FB-E49DD00C1DCA}" type="pres">
      <dgm:prSet presAssocID="{E61F6285-6D14-6D42-B85C-6A6314682583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3BE2C921-C2FE-EB4E-A11A-F6CE6D5F7606}" type="pres">
      <dgm:prSet presAssocID="{AB1C4D53-29B2-7E41-BC6D-C4435F1F3104}" presName="Name17" presStyleCnt="0"/>
      <dgm:spPr/>
    </dgm:pt>
    <dgm:pt modelId="{F4ACBBF4-239A-8444-9CF6-5CA6AE0D7543}" type="pres">
      <dgm:prSet presAssocID="{AB1C4D53-29B2-7E41-BC6D-C4435F1F3104}" presName="level1Shape" presStyleLbl="node0" presStyleIdx="0" presStyleCnt="1" custLinFactNeighborX="-57643" custLinFactNeighborY="43316">
        <dgm:presLayoutVars>
          <dgm:chPref val="3"/>
        </dgm:presLayoutVars>
      </dgm:prSet>
      <dgm:spPr/>
    </dgm:pt>
    <dgm:pt modelId="{3F12400A-7731-9242-AFDC-36C90BCCE5E6}" type="pres">
      <dgm:prSet presAssocID="{AB1C4D53-29B2-7E41-BC6D-C4435F1F3104}" presName="hierChild2" presStyleCnt="0"/>
      <dgm:spPr/>
    </dgm:pt>
    <dgm:pt modelId="{024BAFD6-7BC0-6843-BF48-DB9DDCF11682}" type="pres">
      <dgm:prSet presAssocID="{263E694C-FA4F-3945-BC9D-FF34B4C9B3A3}" presName="Name25" presStyleLbl="parChTrans1D2" presStyleIdx="0" presStyleCnt="2"/>
      <dgm:spPr/>
    </dgm:pt>
    <dgm:pt modelId="{3EA0FD7D-CDBF-0045-B684-7D223DBE6657}" type="pres">
      <dgm:prSet presAssocID="{263E694C-FA4F-3945-BC9D-FF34B4C9B3A3}" presName="connTx" presStyleLbl="parChTrans1D2" presStyleIdx="0" presStyleCnt="2"/>
      <dgm:spPr/>
    </dgm:pt>
    <dgm:pt modelId="{9E30D332-4539-B04E-AE92-646714C46EAC}" type="pres">
      <dgm:prSet presAssocID="{A1902970-0499-A640-8446-8B1D339FFB2A}" presName="Name30" presStyleCnt="0"/>
      <dgm:spPr/>
    </dgm:pt>
    <dgm:pt modelId="{FF0B2163-3212-6B4C-B64A-B56CC6CA63FD}" type="pres">
      <dgm:prSet presAssocID="{A1902970-0499-A640-8446-8B1D339FFB2A}" presName="level2Shape" presStyleLbl="asst1" presStyleIdx="0" presStyleCnt="11" custLinFactNeighborX="-49706" custLinFactNeighborY="6247"/>
      <dgm:spPr/>
    </dgm:pt>
    <dgm:pt modelId="{8D9D7A6F-2A83-D746-9814-8BC0271A3CBF}" type="pres">
      <dgm:prSet presAssocID="{A1902970-0499-A640-8446-8B1D339FFB2A}" presName="hierChild3" presStyleCnt="0"/>
      <dgm:spPr/>
    </dgm:pt>
    <dgm:pt modelId="{75146281-853E-0248-8CB9-DB137634D461}" type="pres">
      <dgm:prSet presAssocID="{110AF7F8-19C2-C94F-8838-1DDEC43825BC}" presName="Name25" presStyleLbl="parChTrans1D3" presStyleIdx="0" presStyleCnt="4"/>
      <dgm:spPr/>
    </dgm:pt>
    <dgm:pt modelId="{BE002065-FAF7-794C-A652-72066A39B811}" type="pres">
      <dgm:prSet presAssocID="{110AF7F8-19C2-C94F-8838-1DDEC43825BC}" presName="connTx" presStyleLbl="parChTrans1D3" presStyleIdx="0" presStyleCnt="4"/>
      <dgm:spPr/>
    </dgm:pt>
    <dgm:pt modelId="{9968CC8D-FBA5-E04C-817E-483A8C975585}" type="pres">
      <dgm:prSet presAssocID="{B355978A-651E-2B4E-B1F0-370145D9C7EA}" presName="Name30" presStyleCnt="0"/>
      <dgm:spPr/>
    </dgm:pt>
    <dgm:pt modelId="{3143BAFD-9320-7C47-B34F-1092537BAC7B}" type="pres">
      <dgm:prSet presAssocID="{B355978A-651E-2B4E-B1F0-370145D9C7EA}" presName="level2Shape" presStyleLbl="asst1" presStyleIdx="1" presStyleCnt="11" custLinFactNeighborX="-49706" custLinFactNeighborY="6247"/>
      <dgm:spPr/>
    </dgm:pt>
    <dgm:pt modelId="{61F67074-2BCC-964F-B5C6-9C9E5635901D}" type="pres">
      <dgm:prSet presAssocID="{B355978A-651E-2B4E-B1F0-370145D9C7EA}" presName="hierChild3" presStyleCnt="0"/>
      <dgm:spPr/>
    </dgm:pt>
    <dgm:pt modelId="{1C15A23A-D92A-A449-BB68-D3B8E066FA77}" type="pres">
      <dgm:prSet presAssocID="{332996A8-FD22-7C43-8535-996BA2848AD9}" presName="Name25" presStyleLbl="parChTrans1D4" presStyleIdx="0" presStyleCnt="5"/>
      <dgm:spPr/>
    </dgm:pt>
    <dgm:pt modelId="{D81B96C7-521C-C149-96B8-B3CC27CF194C}" type="pres">
      <dgm:prSet presAssocID="{332996A8-FD22-7C43-8535-996BA2848AD9}" presName="connTx" presStyleLbl="parChTrans1D4" presStyleIdx="0" presStyleCnt="5"/>
      <dgm:spPr/>
    </dgm:pt>
    <dgm:pt modelId="{0B872C57-518A-0F4B-BB4D-9EF6B81EFB76}" type="pres">
      <dgm:prSet presAssocID="{5690C057-799C-8A43-A939-0E4AF49C833F}" presName="Name30" presStyleCnt="0"/>
      <dgm:spPr/>
    </dgm:pt>
    <dgm:pt modelId="{9AF719E0-00EB-B947-9838-4E4D4EFE5B89}" type="pres">
      <dgm:prSet presAssocID="{5690C057-799C-8A43-A939-0E4AF49C833F}" presName="level2Shape" presStyleLbl="asst1" presStyleIdx="2" presStyleCnt="11" custLinFactNeighborX="-49706" custLinFactNeighborY="6247"/>
      <dgm:spPr/>
    </dgm:pt>
    <dgm:pt modelId="{A283E4D9-AE6C-5F48-A06F-B9B26FE0A152}" type="pres">
      <dgm:prSet presAssocID="{5690C057-799C-8A43-A939-0E4AF49C833F}" presName="hierChild3" presStyleCnt="0"/>
      <dgm:spPr/>
    </dgm:pt>
    <dgm:pt modelId="{5677E3B6-7E3B-F041-AF5D-8C7BDEFF01B8}" type="pres">
      <dgm:prSet presAssocID="{CC4D8E34-F7A5-014D-89DE-3ABB353976A1}" presName="Name25" presStyleLbl="parChTrans1D3" presStyleIdx="1" presStyleCnt="4"/>
      <dgm:spPr/>
    </dgm:pt>
    <dgm:pt modelId="{1FFC5B3D-C391-C144-9E3A-FC5E638264FD}" type="pres">
      <dgm:prSet presAssocID="{CC4D8E34-F7A5-014D-89DE-3ABB353976A1}" presName="connTx" presStyleLbl="parChTrans1D3" presStyleIdx="1" presStyleCnt="4"/>
      <dgm:spPr/>
    </dgm:pt>
    <dgm:pt modelId="{58B82097-3C3B-CB4E-AEDF-A1235EEFB7CD}" type="pres">
      <dgm:prSet presAssocID="{76487E3F-8CAE-E440-B836-01353339331C}" presName="Name30" presStyleCnt="0"/>
      <dgm:spPr/>
    </dgm:pt>
    <dgm:pt modelId="{239892FF-22DF-8348-9157-2993C97C6E25}" type="pres">
      <dgm:prSet presAssocID="{76487E3F-8CAE-E440-B836-01353339331C}" presName="level2Shape" presStyleLbl="asst1" presStyleIdx="3" presStyleCnt="11" custLinFactNeighborX="-49706" custLinFactNeighborY="6247"/>
      <dgm:spPr/>
    </dgm:pt>
    <dgm:pt modelId="{05B5C601-2E83-BD48-8D79-5A286D81A808}" type="pres">
      <dgm:prSet presAssocID="{76487E3F-8CAE-E440-B836-01353339331C}" presName="hierChild3" presStyleCnt="0"/>
      <dgm:spPr/>
    </dgm:pt>
    <dgm:pt modelId="{6079958A-E18E-8A45-9218-F5F6F2F17AE7}" type="pres">
      <dgm:prSet presAssocID="{B42D713D-333B-CB4B-91F9-85E4B927F219}" presName="Name25" presStyleLbl="parChTrans1D4" presStyleIdx="1" presStyleCnt="5"/>
      <dgm:spPr/>
    </dgm:pt>
    <dgm:pt modelId="{DAD30E78-DE6B-A548-8635-E810A0D0132A}" type="pres">
      <dgm:prSet presAssocID="{B42D713D-333B-CB4B-91F9-85E4B927F219}" presName="connTx" presStyleLbl="parChTrans1D4" presStyleIdx="1" presStyleCnt="5"/>
      <dgm:spPr/>
    </dgm:pt>
    <dgm:pt modelId="{4974B76B-9DA3-7743-B81D-9E1AA2820C37}" type="pres">
      <dgm:prSet presAssocID="{74EDE943-628E-5B4F-8EB5-A08A5866E684}" presName="Name30" presStyleCnt="0"/>
      <dgm:spPr/>
    </dgm:pt>
    <dgm:pt modelId="{213FCB6C-8003-2E44-A6B5-4C5E2986EC30}" type="pres">
      <dgm:prSet presAssocID="{74EDE943-628E-5B4F-8EB5-A08A5866E684}" presName="level2Shape" presStyleLbl="asst1" presStyleIdx="4" presStyleCnt="11" custLinFactNeighborX="-49706" custLinFactNeighborY="6247"/>
      <dgm:spPr/>
    </dgm:pt>
    <dgm:pt modelId="{2A549BF6-5FDE-D746-A6AF-1CE0DADF10F9}" type="pres">
      <dgm:prSet presAssocID="{74EDE943-628E-5B4F-8EB5-A08A5866E684}" presName="hierChild3" presStyleCnt="0"/>
      <dgm:spPr/>
    </dgm:pt>
    <dgm:pt modelId="{1802F216-C2F0-514B-A04B-644A1395E202}" type="pres">
      <dgm:prSet presAssocID="{B143406F-2EBB-5646-BF5A-9328F4DD294A}" presName="Name25" presStyleLbl="parChTrans1D4" presStyleIdx="2" presStyleCnt="5"/>
      <dgm:spPr/>
    </dgm:pt>
    <dgm:pt modelId="{488F809D-304C-664C-8DDF-8C750C4A7D09}" type="pres">
      <dgm:prSet presAssocID="{B143406F-2EBB-5646-BF5A-9328F4DD294A}" presName="connTx" presStyleLbl="parChTrans1D4" presStyleIdx="2" presStyleCnt="5"/>
      <dgm:spPr/>
    </dgm:pt>
    <dgm:pt modelId="{095F9C31-A24C-1544-A3F7-D20B1ED62635}" type="pres">
      <dgm:prSet presAssocID="{BFD8A193-4A06-3A43-BACF-044C5FBAF8B4}" presName="Name30" presStyleCnt="0"/>
      <dgm:spPr/>
    </dgm:pt>
    <dgm:pt modelId="{09C7241F-4398-6A44-AB00-39E6DF3F6E4A}" type="pres">
      <dgm:prSet presAssocID="{BFD8A193-4A06-3A43-BACF-044C5FBAF8B4}" presName="level2Shape" presStyleLbl="asst1" presStyleIdx="5" presStyleCnt="11" custLinFactNeighborX="-49706" custLinFactNeighborY="6247"/>
      <dgm:spPr/>
    </dgm:pt>
    <dgm:pt modelId="{24FB6ACE-9EBF-0045-96DE-ED2BBCB4ABF1}" type="pres">
      <dgm:prSet presAssocID="{BFD8A193-4A06-3A43-BACF-044C5FBAF8B4}" presName="hierChild3" presStyleCnt="0"/>
      <dgm:spPr/>
    </dgm:pt>
    <dgm:pt modelId="{41B29710-8C95-BE48-8B91-014F6A430181}" type="pres">
      <dgm:prSet presAssocID="{41C056EF-48A9-8249-BE8A-B2FD29501118}" presName="Name25" presStyleLbl="parChTrans1D2" presStyleIdx="1" presStyleCnt="2"/>
      <dgm:spPr/>
    </dgm:pt>
    <dgm:pt modelId="{E8DC6A0C-8978-CD49-8F46-D57CD929E385}" type="pres">
      <dgm:prSet presAssocID="{41C056EF-48A9-8249-BE8A-B2FD29501118}" presName="connTx" presStyleLbl="parChTrans1D2" presStyleIdx="1" presStyleCnt="2"/>
      <dgm:spPr/>
    </dgm:pt>
    <dgm:pt modelId="{D6B46604-2E11-2347-B8BA-E87F29AF2CA3}" type="pres">
      <dgm:prSet presAssocID="{7C0A3C4D-0AC5-C74E-874F-0E465297C26F}" presName="Name30" presStyleCnt="0"/>
      <dgm:spPr/>
    </dgm:pt>
    <dgm:pt modelId="{DC1D4D66-F09C-5C42-A1AE-F890EEAF4E20}" type="pres">
      <dgm:prSet presAssocID="{7C0A3C4D-0AC5-C74E-874F-0E465297C26F}" presName="level2Shape" presStyleLbl="asst1" presStyleIdx="6" presStyleCnt="11" custLinFactNeighborX="-49706" custLinFactNeighborY="6247"/>
      <dgm:spPr/>
    </dgm:pt>
    <dgm:pt modelId="{8B9B9980-0F15-964E-AC2E-158AD35B483A}" type="pres">
      <dgm:prSet presAssocID="{7C0A3C4D-0AC5-C74E-874F-0E465297C26F}" presName="hierChild3" presStyleCnt="0"/>
      <dgm:spPr/>
    </dgm:pt>
    <dgm:pt modelId="{E361EEF5-2E4D-B74C-A857-CD378A3FDE9B}" type="pres">
      <dgm:prSet presAssocID="{BF4C89C5-6BCA-374E-B6C6-56B61798F989}" presName="Name25" presStyleLbl="parChTrans1D3" presStyleIdx="2" presStyleCnt="4"/>
      <dgm:spPr/>
    </dgm:pt>
    <dgm:pt modelId="{BCFE5CB0-B08B-F946-A54B-F237E29B5068}" type="pres">
      <dgm:prSet presAssocID="{BF4C89C5-6BCA-374E-B6C6-56B61798F989}" presName="connTx" presStyleLbl="parChTrans1D3" presStyleIdx="2" presStyleCnt="4"/>
      <dgm:spPr/>
    </dgm:pt>
    <dgm:pt modelId="{A42ED5F7-CA5C-2149-B1CF-C937EEBA5735}" type="pres">
      <dgm:prSet presAssocID="{161803AA-4563-E246-A880-7E9C6948833B}" presName="Name30" presStyleCnt="0"/>
      <dgm:spPr/>
    </dgm:pt>
    <dgm:pt modelId="{1C520346-8A23-4C44-BBD4-0C6E3AA0E9FE}" type="pres">
      <dgm:prSet presAssocID="{161803AA-4563-E246-A880-7E9C6948833B}" presName="level2Shape" presStyleLbl="asst1" presStyleIdx="7" presStyleCnt="11" custLinFactNeighborX="-81859" custLinFactNeighborY="-25903"/>
      <dgm:spPr/>
    </dgm:pt>
    <dgm:pt modelId="{0730CD91-16CD-D940-9A43-25B69F5ED28F}" type="pres">
      <dgm:prSet presAssocID="{161803AA-4563-E246-A880-7E9C6948833B}" presName="hierChild3" presStyleCnt="0"/>
      <dgm:spPr/>
    </dgm:pt>
    <dgm:pt modelId="{C7212DB0-99FF-BC4A-A78C-673EFA827687}" type="pres">
      <dgm:prSet presAssocID="{30F6894B-613C-C84E-8A76-B77A93D3B4E6}" presName="Name25" presStyleLbl="parChTrans1D4" presStyleIdx="3" presStyleCnt="5"/>
      <dgm:spPr/>
    </dgm:pt>
    <dgm:pt modelId="{50597A2D-46BE-7744-8181-AD75E5CF5F61}" type="pres">
      <dgm:prSet presAssocID="{30F6894B-613C-C84E-8A76-B77A93D3B4E6}" presName="connTx" presStyleLbl="parChTrans1D4" presStyleIdx="3" presStyleCnt="5"/>
      <dgm:spPr/>
    </dgm:pt>
    <dgm:pt modelId="{14812DF4-95F7-324B-A15F-AA192EDB1E21}" type="pres">
      <dgm:prSet presAssocID="{B6AB3D41-0FCB-9F4A-BCBC-E561EF652D0D}" presName="Name30" presStyleCnt="0"/>
      <dgm:spPr/>
    </dgm:pt>
    <dgm:pt modelId="{D03D6212-D0E5-4D44-8F02-CD563E52AFF4}" type="pres">
      <dgm:prSet presAssocID="{B6AB3D41-0FCB-9F4A-BCBC-E561EF652D0D}" presName="level2Shape" presStyleLbl="asst1" presStyleIdx="8" presStyleCnt="11" custLinFactNeighborX="-49706" custLinFactNeighborY="6247"/>
      <dgm:spPr/>
    </dgm:pt>
    <dgm:pt modelId="{80A624FE-03A1-D949-A14B-47493FFF84CA}" type="pres">
      <dgm:prSet presAssocID="{B6AB3D41-0FCB-9F4A-BCBC-E561EF652D0D}" presName="hierChild3" presStyleCnt="0"/>
      <dgm:spPr/>
    </dgm:pt>
    <dgm:pt modelId="{E1F72A82-E0E1-634A-BE9C-AFF1ABDD321E}" type="pres">
      <dgm:prSet presAssocID="{4ABCAEEF-F0B2-AD4A-B6E2-5C1895FECC43}" presName="Name25" presStyleLbl="parChTrans1D3" presStyleIdx="3" presStyleCnt="4"/>
      <dgm:spPr/>
    </dgm:pt>
    <dgm:pt modelId="{7EDBE063-D721-1440-8469-5D765733EC97}" type="pres">
      <dgm:prSet presAssocID="{4ABCAEEF-F0B2-AD4A-B6E2-5C1895FECC43}" presName="connTx" presStyleLbl="parChTrans1D3" presStyleIdx="3" presStyleCnt="4"/>
      <dgm:spPr/>
    </dgm:pt>
    <dgm:pt modelId="{C511E3E7-86AD-C64B-A2F2-F110E5281FAE}" type="pres">
      <dgm:prSet presAssocID="{12222C66-9585-B748-AA4D-31460AD9F31F}" presName="Name30" presStyleCnt="0"/>
      <dgm:spPr/>
    </dgm:pt>
    <dgm:pt modelId="{532B225C-F5EA-5740-AB3B-EF8ED9DB674F}" type="pres">
      <dgm:prSet presAssocID="{12222C66-9585-B748-AA4D-31460AD9F31F}" presName="level2Shape" presStyleLbl="asst1" presStyleIdx="9" presStyleCnt="11" custLinFactNeighborX="-49706" custLinFactNeighborY="6247"/>
      <dgm:spPr/>
    </dgm:pt>
    <dgm:pt modelId="{079E5746-DF93-EA4D-8D20-96F6991E27AD}" type="pres">
      <dgm:prSet presAssocID="{12222C66-9585-B748-AA4D-31460AD9F31F}" presName="hierChild3" presStyleCnt="0"/>
      <dgm:spPr/>
    </dgm:pt>
    <dgm:pt modelId="{C8646F01-76DD-DF43-BC23-1CE1B66CC893}" type="pres">
      <dgm:prSet presAssocID="{091A5C4A-DD20-CC47-A632-022003E6BAC7}" presName="Name25" presStyleLbl="parChTrans1D4" presStyleIdx="4" presStyleCnt="5"/>
      <dgm:spPr/>
    </dgm:pt>
    <dgm:pt modelId="{25C2CEBC-3F55-3345-B946-1DBA29FA4E25}" type="pres">
      <dgm:prSet presAssocID="{091A5C4A-DD20-CC47-A632-022003E6BAC7}" presName="connTx" presStyleLbl="parChTrans1D4" presStyleIdx="4" presStyleCnt="5"/>
      <dgm:spPr/>
    </dgm:pt>
    <dgm:pt modelId="{CF6788F7-427F-2141-8CE2-500EF0FEED2A}" type="pres">
      <dgm:prSet presAssocID="{71CA215E-CA76-0846-B434-6A7828A54742}" presName="Name30" presStyleCnt="0"/>
      <dgm:spPr/>
    </dgm:pt>
    <dgm:pt modelId="{756C8F53-7330-BC41-84A3-8081D6C416B2}" type="pres">
      <dgm:prSet presAssocID="{71CA215E-CA76-0846-B434-6A7828A54742}" presName="level2Shape" presStyleLbl="asst1" presStyleIdx="10" presStyleCnt="11" custLinFactNeighborX="-49706" custLinFactNeighborY="6247"/>
      <dgm:spPr/>
    </dgm:pt>
    <dgm:pt modelId="{596D57DE-497B-A346-B6CA-51CC8B91C2D9}" type="pres">
      <dgm:prSet presAssocID="{71CA215E-CA76-0846-B434-6A7828A54742}" presName="hierChild3" presStyleCnt="0"/>
      <dgm:spPr/>
    </dgm:pt>
    <dgm:pt modelId="{E32C45B3-ECCF-B849-9270-911FCDAE21A0}" type="pres">
      <dgm:prSet presAssocID="{E61F6285-6D14-6D42-B85C-6A6314682583}" presName="bgShapesFlow" presStyleCnt="0"/>
      <dgm:spPr/>
    </dgm:pt>
  </dgm:ptLst>
  <dgm:cxnLst>
    <dgm:cxn modelId="{861CB001-B956-244A-9415-5B20866447E2}" type="presOf" srcId="{332996A8-FD22-7C43-8535-996BA2848AD9}" destId="{1C15A23A-D92A-A449-BB68-D3B8E066FA77}" srcOrd="0" destOrd="0" presId="urn:microsoft.com/office/officeart/2005/8/layout/hierarchy5"/>
    <dgm:cxn modelId="{56305B0A-0F06-D34F-B7B5-3D2FBB510720}" type="presOf" srcId="{BF4C89C5-6BCA-374E-B6C6-56B61798F989}" destId="{E361EEF5-2E4D-B74C-A857-CD378A3FDE9B}" srcOrd="0" destOrd="0" presId="urn:microsoft.com/office/officeart/2005/8/layout/hierarchy5"/>
    <dgm:cxn modelId="{DAF55A0B-5D77-1C48-B995-8F897801EF87}" type="presOf" srcId="{74EDE943-628E-5B4F-8EB5-A08A5866E684}" destId="{213FCB6C-8003-2E44-A6B5-4C5E2986EC30}" srcOrd="0" destOrd="0" presId="urn:microsoft.com/office/officeart/2005/8/layout/hierarchy5"/>
    <dgm:cxn modelId="{FFD7F00E-DE89-1D49-946F-475989765BF8}" type="presOf" srcId="{71CA215E-CA76-0846-B434-6A7828A54742}" destId="{756C8F53-7330-BC41-84A3-8081D6C416B2}" srcOrd="0" destOrd="0" presId="urn:microsoft.com/office/officeart/2005/8/layout/hierarchy5"/>
    <dgm:cxn modelId="{D250A919-B30D-7943-AC4B-0D63E48F7AFA}" srcId="{76487E3F-8CAE-E440-B836-01353339331C}" destId="{74EDE943-628E-5B4F-8EB5-A08A5866E684}" srcOrd="0" destOrd="0" parTransId="{B42D713D-333B-CB4B-91F9-85E4B927F219}" sibTransId="{FD082F34-598E-2947-B33A-E1A41F6241FB}"/>
    <dgm:cxn modelId="{D356EC1E-781F-4D4E-9FEE-41E404DA6207}" type="presOf" srcId="{7C0A3C4D-0AC5-C74E-874F-0E465297C26F}" destId="{DC1D4D66-F09C-5C42-A1AE-F890EEAF4E20}" srcOrd="0" destOrd="0" presId="urn:microsoft.com/office/officeart/2005/8/layout/hierarchy5"/>
    <dgm:cxn modelId="{BC25701F-C7F3-714B-BAF3-F8CD41D55653}" srcId="{E61F6285-6D14-6D42-B85C-6A6314682583}" destId="{AB1C4D53-29B2-7E41-BC6D-C4435F1F3104}" srcOrd="0" destOrd="0" parTransId="{381C6734-496B-8043-A650-EA33092BF966}" sibTransId="{52C0B789-00FD-2940-95B1-C67F134F87B5}"/>
    <dgm:cxn modelId="{151C6021-0CDC-A14C-AE93-7E6D19603E38}" srcId="{AB1C4D53-29B2-7E41-BC6D-C4435F1F3104}" destId="{A1902970-0499-A640-8446-8B1D339FFB2A}" srcOrd="0" destOrd="0" parTransId="{263E694C-FA4F-3945-BC9D-FF34B4C9B3A3}" sibTransId="{286EB0D4-C99D-CF41-9E63-C94A649A26E3}"/>
    <dgm:cxn modelId="{8E364B23-ED87-E741-9A23-8262971BBE49}" type="presOf" srcId="{263E694C-FA4F-3945-BC9D-FF34B4C9B3A3}" destId="{024BAFD6-7BC0-6843-BF48-DB9DDCF11682}" srcOrd="0" destOrd="0" presId="urn:microsoft.com/office/officeart/2005/8/layout/hierarchy5"/>
    <dgm:cxn modelId="{A7E1A62C-0C67-8745-821C-DC515DD06BF9}" type="presOf" srcId="{12222C66-9585-B748-AA4D-31460AD9F31F}" destId="{532B225C-F5EA-5740-AB3B-EF8ED9DB674F}" srcOrd="0" destOrd="0" presId="urn:microsoft.com/office/officeart/2005/8/layout/hierarchy5"/>
    <dgm:cxn modelId="{26FC113B-5362-844B-AA29-5E50C39E2F69}" type="presOf" srcId="{110AF7F8-19C2-C94F-8838-1DDEC43825BC}" destId="{75146281-853E-0248-8CB9-DB137634D461}" srcOrd="0" destOrd="0" presId="urn:microsoft.com/office/officeart/2005/8/layout/hierarchy5"/>
    <dgm:cxn modelId="{A860413B-FF7A-C946-8CCA-2E1080287EFC}" srcId="{7C0A3C4D-0AC5-C74E-874F-0E465297C26F}" destId="{161803AA-4563-E246-A880-7E9C6948833B}" srcOrd="0" destOrd="0" parTransId="{BF4C89C5-6BCA-374E-B6C6-56B61798F989}" sibTransId="{D12D1F28-BAF0-E04E-AA0E-76AC4B7FF6FC}"/>
    <dgm:cxn modelId="{0C82CA40-E250-2742-A0E4-03A49315D1D1}" type="presOf" srcId="{BFD8A193-4A06-3A43-BACF-044C5FBAF8B4}" destId="{09C7241F-4398-6A44-AB00-39E6DF3F6E4A}" srcOrd="0" destOrd="0" presId="urn:microsoft.com/office/officeart/2005/8/layout/hierarchy5"/>
    <dgm:cxn modelId="{952A5C47-F331-CC4C-A8FA-B601A365AB0B}" type="presOf" srcId="{B42D713D-333B-CB4B-91F9-85E4B927F219}" destId="{DAD30E78-DE6B-A548-8635-E810A0D0132A}" srcOrd="1" destOrd="0" presId="urn:microsoft.com/office/officeart/2005/8/layout/hierarchy5"/>
    <dgm:cxn modelId="{03B0294E-DD89-274E-9222-37C4A7FF9DB1}" type="presOf" srcId="{30F6894B-613C-C84E-8A76-B77A93D3B4E6}" destId="{C7212DB0-99FF-BC4A-A78C-673EFA827687}" srcOrd="0" destOrd="0" presId="urn:microsoft.com/office/officeart/2005/8/layout/hierarchy5"/>
    <dgm:cxn modelId="{D474F651-387D-A049-A2D4-DC290E69D85A}" type="presOf" srcId="{4ABCAEEF-F0B2-AD4A-B6E2-5C1895FECC43}" destId="{7EDBE063-D721-1440-8469-5D765733EC97}" srcOrd="1" destOrd="0" presId="urn:microsoft.com/office/officeart/2005/8/layout/hierarchy5"/>
    <dgm:cxn modelId="{AB3F8954-2325-E348-9180-8BB7D7BC1306}" type="presOf" srcId="{263E694C-FA4F-3945-BC9D-FF34B4C9B3A3}" destId="{3EA0FD7D-CDBF-0045-B684-7D223DBE6657}" srcOrd="1" destOrd="0" presId="urn:microsoft.com/office/officeart/2005/8/layout/hierarchy5"/>
    <dgm:cxn modelId="{A855A260-23F8-8348-BC92-F8E2E0FC1D95}" srcId="{76487E3F-8CAE-E440-B836-01353339331C}" destId="{BFD8A193-4A06-3A43-BACF-044C5FBAF8B4}" srcOrd="1" destOrd="0" parTransId="{B143406F-2EBB-5646-BF5A-9328F4DD294A}" sibTransId="{E99C143A-A773-0B41-9469-5011DF61D183}"/>
    <dgm:cxn modelId="{82994264-A5C8-7543-A7A3-4521CCB8B923}" type="presOf" srcId="{B6AB3D41-0FCB-9F4A-BCBC-E561EF652D0D}" destId="{D03D6212-D0E5-4D44-8F02-CD563E52AFF4}" srcOrd="0" destOrd="0" presId="urn:microsoft.com/office/officeart/2005/8/layout/hierarchy5"/>
    <dgm:cxn modelId="{2F7DB369-C8B6-F946-99BF-7DE9AE4BA1E9}" type="presOf" srcId="{B143406F-2EBB-5646-BF5A-9328F4DD294A}" destId="{488F809D-304C-664C-8DDF-8C750C4A7D09}" srcOrd="1" destOrd="0" presId="urn:microsoft.com/office/officeart/2005/8/layout/hierarchy5"/>
    <dgm:cxn modelId="{41FA366D-037C-5B4A-96F3-664EB3243337}" type="presOf" srcId="{E61F6285-6D14-6D42-B85C-6A6314682583}" destId="{99AED1C3-3AAA-1E43-A934-127FA3666AEF}" srcOrd="0" destOrd="0" presId="urn:microsoft.com/office/officeart/2005/8/layout/hierarchy5"/>
    <dgm:cxn modelId="{A2A6DF6D-B805-AC44-8AA1-D5C6D2BABD41}" srcId="{A1902970-0499-A640-8446-8B1D339FFB2A}" destId="{76487E3F-8CAE-E440-B836-01353339331C}" srcOrd="1" destOrd="0" parTransId="{CC4D8E34-F7A5-014D-89DE-3ABB353976A1}" sibTransId="{096C4CCC-3804-B844-849B-BD8142516DC4}"/>
    <dgm:cxn modelId="{C3C7E06E-61B0-3E41-A8B2-B181D5F51C72}" type="presOf" srcId="{5690C057-799C-8A43-A939-0E4AF49C833F}" destId="{9AF719E0-00EB-B947-9838-4E4D4EFE5B89}" srcOrd="0" destOrd="0" presId="urn:microsoft.com/office/officeart/2005/8/layout/hierarchy5"/>
    <dgm:cxn modelId="{D5EC9173-C77F-984E-AAFD-37BFC0A20CAA}" type="presOf" srcId="{CC4D8E34-F7A5-014D-89DE-3ABB353976A1}" destId="{5677E3B6-7E3B-F041-AF5D-8C7BDEFF01B8}" srcOrd="0" destOrd="0" presId="urn:microsoft.com/office/officeart/2005/8/layout/hierarchy5"/>
    <dgm:cxn modelId="{48F57075-6A63-E045-94FC-76ABF510E9FF}" srcId="{AB1C4D53-29B2-7E41-BC6D-C4435F1F3104}" destId="{7C0A3C4D-0AC5-C74E-874F-0E465297C26F}" srcOrd="1" destOrd="0" parTransId="{41C056EF-48A9-8249-BE8A-B2FD29501118}" sibTransId="{108241F8-53B3-A34B-B392-0D9A8F88AB13}"/>
    <dgm:cxn modelId="{DB81D875-C4D4-554C-81B4-CF15089E2DE1}" type="presOf" srcId="{B42D713D-333B-CB4B-91F9-85E4B927F219}" destId="{6079958A-E18E-8A45-9218-F5F6F2F17AE7}" srcOrd="0" destOrd="0" presId="urn:microsoft.com/office/officeart/2005/8/layout/hierarchy5"/>
    <dgm:cxn modelId="{FB477D77-FEFC-1B48-9B41-6961C7E98C9D}" type="presOf" srcId="{30F6894B-613C-C84E-8A76-B77A93D3B4E6}" destId="{50597A2D-46BE-7744-8181-AD75E5CF5F61}" srcOrd="1" destOrd="0" presId="urn:microsoft.com/office/officeart/2005/8/layout/hierarchy5"/>
    <dgm:cxn modelId="{AC3E0A81-0B2C-5D45-95A6-26976E0CFBA2}" type="presOf" srcId="{332996A8-FD22-7C43-8535-996BA2848AD9}" destId="{D81B96C7-521C-C149-96B8-B3CC27CF194C}" srcOrd="1" destOrd="0" presId="urn:microsoft.com/office/officeart/2005/8/layout/hierarchy5"/>
    <dgm:cxn modelId="{B19FEA85-B860-794E-BEF6-5879F2D79BB7}" type="presOf" srcId="{B143406F-2EBB-5646-BF5A-9328F4DD294A}" destId="{1802F216-C2F0-514B-A04B-644A1395E202}" srcOrd="0" destOrd="0" presId="urn:microsoft.com/office/officeart/2005/8/layout/hierarchy5"/>
    <dgm:cxn modelId="{4EF37F88-98B9-B948-BD59-A0D284AB53BF}" type="presOf" srcId="{41C056EF-48A9-8249-BE8A-B2FD29501118}" destId="{E8DC6A0C-8978-CD49-8F46-D57CD929E385}" srcOrd="1" destOrd="0" presId="urn:microsoft.com/office/officeart/2005/8/layout/hierarchy5"/>
    <dgm:cxn modelId="{FA8A1A94-C9EB-8740-8B6A-9E9E274C2F41}" type="presOf" srcId="{BF4C89C5-6BCA-374E-B6C6-56B61798F989}" destId="{BCFE5CB0-B08B-F946-A54B-F237E29B5068}" srcOrd="1" destOrd="0" presId="urn:microsoft.com/office/officeart/2005/8/layout/hierarchy5"/>
    <dgm:cxn modelId="{0C9F9E94-1DAF-CF46-A424-DE0407CC6B88}" type="presOf" srcId="{41C056EF-48A9-8249-BE8A-B2FD29501118}" destId="{41B29710-8C95-BE48-8B91-014F6A430181}" srcOrd="0" destOrd="0" presId="urn:microsoft.com/office/officeart/2005/8/layout/hierarchy5"/>
    <dgm:cxn modelId="{DF32039A-4E83-E24C-9BEA-C0996FE7A3F5}" srcId="{7C0A3C4D-0AC5-C74E-874F-0E465297C26F}" destId="{12222C66-9585-B748-AA4D-31460AD9F31F}" srcOrd="1" destOrd="0" parTransId="{4ABCAEEF-F0B2-AD4A-B6E2-5C1895FECC43}" sibTransId="{CD3C74D3-B215-D84C-9EF9-C9D1F6DAD57A}"/>
    <dgm:cxn modelId="{9C5C849F-7BAD-0348-BCAB-F792B8CFAF9C}" srcId="{B355978A-651E-2B4E-B1F0-370145D9C7EA}" destId="{5690C057-799C-8A43-A939-0E4AF49C833F}" srcOrd="0" destOrd="0" parTransId="{332996A8-FD22-7C43-8535-996BA2848AD9}" sibTransId="{16BDB8D3-FC5B-AA40-8BDB-BC46EA0C6091}"/>
    <dgm:cxn modelId="{6E0DADA3-0D37-A14C-AE12-1B4AC55659F6}" type="presOf" srcId="{AB1C4D53-29B2-7E41-BC6D-C4435F1F3104}" destId="{F4ACBBF4-239A-8444-9CF6-5CA6AE0D7543}" srcOrd="0" destOrd="0" presId="urn:microsoft.com/office/officeart/2005/8/layout/hierarchy5"/>
    <dgm:cxn modelId="{3FD9D4AD-1DEC-8744-907F-03D4D5E79F80}" type="presOf" srcId="{091A5C4A-DD20-CC47-A632-022003E6BAC7}" destId="{25C2CEBC-3F55-3345-B946-1DBA29FA4E25}" srcOrd="1" destOrd="0" presId="urn:microsoft.com/office/officeart/2005/8/layout/hierarchy5"/>
    <dgm:cxn modelId="{59972DAF-5D0E-6144-A499-0A3B46821B63}" type="presOf" srcId="{161803AA-4563-E246-A880-7E9C6948833B}" destId="{1C520346-8A23-4C44-BBD4-0C6E3AA0E9FE}" srcOrd="0" destOrd="0" presId="urn:microsoft.com/office/officeart/2005/8/layout/hierarchy5"/>
    <dgm:cxn modelId="{9D2D72B3-0890-8A41-88A5-966F4101E79F}" srcId="{12222C66-9585-B748-AA4D-31460AD9F31F}" destId="{71CA215E-CA76-0846-B434-6A7828A54742}" srcOrd="0" destOrd="0" parTransId="{091A5C4A-DD20-CC47-A632-022003E6BAC7}" sibTransId="{0953EC67-C805-6C44-B17F-2DEEDF3F573E}"/>
    <dgm:cxn modelId="{F2026BC0-1816-7348-835C-25EECE4A310A}" type="presOf" srcId="{110AF7F8-19C2-C94F-8838-1DDEC43825BC}" destId="{BE002065-FAF7-794C-A652-72066A39B811}" srcOrd="1" destOrd="0" presId="urn:microsoft.com/office/officeart/2005/8/layout/hierarchy5"/>
    <dgm:cxn modelId="{E0B473CA-A1C5-5041-96A7-2DD26A26AFE4}" type="presOf" srcId="{B355978A-651E-2B4E-B1F0-370145D9C7EA}" destId="{3143BAFD-9320-7C47-B34F-1092537BAC7B}" srcOrd="0" destOrd="0" presId="urn:microsoft.com/office/officeart/2005/8/layout/hierarchy5"/>
    <dgm:cxn modelId="{BB84DED8-60D3-8C47-83E2-72513BB33A11}" type="presOf" srcId="{A1902970-0499-A640-8446-8B1D339FFB2A}" destId="{FF0B2163-3212-6B4C-B64A-B56CC6CA63FD}" srcOrd="0" destOrd="0" presId="urn:microsoft.com/office/officeart/2005/8/layout/hierarchy5"/>
    <dgm:cxn modelId="{D601D1DE-2F64-4642-9C5D-F8C4221541DD}" srcId="{161803AA-4563-E246-A880-7E9C6948833B}" destId="{B6AB3D41-0FCB-9F4A-BCBC-E561EF652D0D}" srcOrd="0" destOrd="0" parTransId="{30F6894B-613C-C84E-8A76-B77A93D3B4E6}" sibTransId="{E5CE373B-B986-E448-9EDA-8772E2370981}"/>
    <dgm:cxn modelId="{E5A9EEE8-F650-AC43-923C-EC65E8CBE871}" type="presOf" srcId="{091A5C4A-DD20-CC47-A632-022003E6BAC7}" destId="{C8646F01-76DD-DF43-BC23-1CE1B66CC893}" srcOrd="0" destOrd="0" presId="urn:microsoft.com/office/officeart/2005/8/layout/hierarchy5"/>
    <dgm:cxn modelId="{B743B9ED-2E26-2D4E-B3AC-08E3211DACB3}" srcId="{A1902970-0499-A640-8446-8B1D339FFB2A}" destId="{B355978A-651E-2B4E-B1F0-370145D9C7EA}" srcOrd="0" destOrd="0" parTransId="{110AF7F8-19C2-C94F-8838-1DDEC43825BC}" sibTransId="{CC3D2374-6197-284F-A1E3-ED6E7C9AE3EC}"/>
    <dgm:cxn modelId="{98E0A3F1-4267-3F46-91B7-B0A31E01E27B}" type="presOf" srcId="{76487E3F-8CAE-E440-B836-01353339331C}" destId="{239892FF-22DF-8348-9157-2993C97C6E25}" srcOrd="0" destOrd="0" presId="urn:microsoft.com/office/officeart/2005/8/layout/hierarchy5"/>
    <dgm:cxn modelId="{BEFD6CF9-2528-3C40-AC3B-A263B61C7483}" type="presOf" srcId="{4ABCAEEF-F0B2-AD4A-B6E2-5C1895FECC43}" destId="{E1F72A82-E0E1-634A-BE9C-AFF1ABDD321E}" srcOrd="0" destOrd="0" presId="urn:microsoft.com/office/officeart/2005/8/layout/hierarchy5"/>
    <dgm:cxn modelId="{9CECDFFA-57CE-554E-ACD3-61DA7FA6CBDA}" type="presOf" srcId="{CC4D8E34-F7A5-014D-89DE-3ABB353976A1}" destId="{1FFC5B3D-C391-C144-9E3A-FC5E638264FD}" srcOrd="1" destOrd="0" presId="urn:microsoft.com/office/officeart/2005/8/layout/hierarchy5"/>
    <dgm:cxn modelId="{3FA7E9A6-064F-6A46-A28A-C90F23C18D10}" type="presParOf" srcId="{99AED1C3-3AAA-1E43-A934-127FA3666AEF}" destId="{B755BFB6-4E47-9D47-BCA5-F818E21B720F}" srcOrd="0" destOrd="0" presId="urn:microsoft.com/office/officeart/2005/8/layout/hierarchy5"/>
    <dgm:cxn modelId="{95B1450E-7F8D-A142-80A1-9AA49BD3E78C}" type="presParOf" srcId="{B755BFB6-4E47-9D47-BCA5-F818E21B720F}" destId="{32EF0062-A5D1-2C41-99FB-E49DD00C1DCA}" srcOrd="0" destOrd="0" presId="urn:microsoft.com/office/officeart/2005/8/layout/hierarchy5"/>
    <dgm:cxn modelId="{EC875F66-4642-F941-B644-7D03A8331454}" type="presParOf" srcId="{32EF0062-A5D1-2C41-99FB-E49DD00C1DCA}" destId="{3BE2C921-C2FE-EB4E-A11A-F6CE6D5F7606}" srcOrd="0" destOrd="0" presId="urn:microsoft.com/office/officeart/2005/8/layout/hierarchy5"/>
    <dgm:cxn modelId="{CE413340-9FFF-1044-BA74-7EFD9FF75637}" type="presParOf" srcId="{3BE2C921-C2FE-EB4E-A11A-F6CE6D5F7606}" destId="{F4ACBBF4-239A-8444-9CF6-5CA6AE0D7543}" srcOrd="0" destOrd="0" presId="urn:microsoft.com/office/officeart/2005/8/layout/hierarchy5"/>
    <dgm:cxn modelId="{505F6116-6652-CE4D-8D29-D8E31A97DF96}" type="presParOf" srcId="{3BE2C921-C2FE-EB4E-A11A-F6CE6D5F7606}" destId="{3F12400A-7731-9242-AFDC-36C90BCCE5E6}" srcOrd="1" destOrd="0" presId="urn:microsoft.com/office/officeart/2005/8/layout/hierarchy5"/>
    <dgm:cxn modelId="{BD7E3449-641D-014A-B609-170088C3E1F9}" type="presParOf" srcId="{3F12400A-7731-9242-AFDC-36C90BCCE5E6}" destId="{024BAFD6-7BC0-6843-BF48-DB9DDCF11682}" srcOrd="0" destOrd="0" presId="urn:microsoft.com/office/officeart/2005/8/layout/hierarchy5"/>
    <dgm:cxn modelId="{481CDE23-BEB1-AE4B-A3B9-66BEB57101C9}" type="presParOf" srcId="{024BAFD6-7BC0-6843-BF48-DB9DDCF11682}" destId="{3EA0FD7D-CDBF-0045-B684-7D223DBE6657}" srcOrd="0" destOrd="0" presId="urn:microsoft.com/office/officeart/2005/8/layout/hierarchy5"/>
    <dgm:cxn modelId="{8F42B336-DA00-DA48-8BAD-6ADCE7A8BFD0}" type="presParOf" srcId="{3F12400A-7731-9242-AFDC-36C90BCCE5E6}" destId="{9E30D332-4539-B04E-AE92-646714C46EAC}" srcOrd="1" destOrd="0" presId="urn:microsoft.com/office/officeart/2005/8/layout/hierarchy5"/>
    <dgm:cxn modelId="{4DB50AEF-091E-3044-A414-AE3226795B5B}" type="presParOf" srcId="{9E30D332-4539-B04E-AE92-646714C46EAC}" destId="{FF0B2163-3212-6B4C-B64A-B56CC6CA63FD}" srcOrd="0" destOrd="0" presId="urn:microsoft.com/office/officeart/2005/8/layout/hierarchy5"/>
    <dgm:cxn modelId="{0EBD7DC2-FB81-A843-AE2B-32B3AA4AB959}" type="presParOf" srcId="{9E30D332-4539-B04E-AE92-646714C46EAC}" destId="{8D9D7A6F-2A83-D746-9814-8BC0271A3CBF}" srcOrd="1" destOrd="0" presId="urn:microsoft.com/office/officeart/2005/8/layout/hierarchy5"/>
    <dgm:cxn modelId="{06686083-4BCC-D342-B4B3-B75D95C682F2}" type="presParOf" srcId="{8D9D7A6F-2A83-D746-9814-8BC0271A3CBF}" destId="{75146281-853E-0248-8CB9-DB137634D461}" srcOrd="0" destOrd="0" presId="urn:microsoft.com/office/officeart/2005/8/layout/hierarchy5"/>
    <dgm:cxn modelId="{EEE3F2A0-5F5A-8D40-BAAC-86A421EF1892}" type="presParOf" srcId="{75146281-853E-0248-8CB9-DB137634D461}" destId="{BE002065-FAF7-794C-A652-72066A39B811}" srcOrd="0" destOrd="0" presId="urn:microsoft.com/office/officeart/2005/8/layout/hierarchy5"/>
    <dgm:cxn modelId="{0C33D05A-BF02-A947-ACD8-7C34ECE856AE}" type="presParOf" srcId="{8D9D7A6F-2A83-D746-9814-8BC0271A3CBF}" destId="{9968CC8D-FBA5-E04C-817E-483A8C975585}" srcOrd="1" destOrd="0" presId="urn:microsoft.com/office/officeart/2005/8/layout/hierarchy5"/>
    <dgm:cxn modelId="{4DCDA5C4-1241-1C47-AED9-794C1700B011}" type="presParOf" srcId="{9968CC8D-FBA5-E04C-817E-483A8C975585}" destId="{3143BAFD-9320-7C47-B34F-1092537BAC7B}" srcOrd="0" destOrd="0" presId="urn:microsoft.com/office/officeart/2005/8/layout/hierarchy5"/>
    <dgm:cxn modelId="{B360878F-AA65-D948-AF1A-92651EFBDF09}" type="presParOf" srcId="{9968CC8D-FBA5-E04C-817E-483A8C975585}" destId="{61F67074-2BCC-964F-B5C6-9C9E5635901D}" srcOrd="1" destOrd="0" presId="urn:microsoft.com/office/officeart/2005/8/layout/hierarchy5"/>
    <dgm:cxn modelId="{1DED448D-8F05-6748-B9DB-004EC537F48C}" type="presParOf" srcId="{61F67074-2BCC-964F-B5C6-9C9E5635901D}" destId="{1C15A23A-D92A-A449-BB68-D3B8E066FA77}" srcOrd="0" destOrd="0" presId="urn:microsoft.com/office/officeart/2005/8/layout/hierarchy5"/>
    <dgm:cxn modelId="{6393EA14-B23E-B64C-A5F7-BF7E7B51E0C2}" type="presParOf" srcId="{1C15A23A-D92A-A449-BB68-D3B8E066FA77}" destId="{D81B96C7-521C-C149-96B8-B3CC27CF194C}" srcOrd="0" destOrd="0" presId="urn:microsoft.com/office/officeart/2005/8/layout/hierarchy5"/>
    <dgm:cxn modelId="{CA157BD1-70CC-0349-8AD3-3AD3DB18A9FD}" type="presParOf" srcId="{61F67074-2BCC-964F-B5C6-9C9E5635901D}" destId="{0B872C57-518A-0F4B-BB4D-9EF6B81EFB76}" srcOrd="1" destOrd="0" presId="urn:microsoft.com/office/officeart/2005/8/layout/hierarchy5"/>
    <dgm:cxn modelId="{4FC25209-936A-B847-B8D4-23007ADA5120}" type="presParOf" srcId="{0B872C57-518A-0F4B-BB4D-9EF6B81EFB76}" destId="{9AF719E0-00EB-B947-9838-4E4D4EFE5B89}" srcOrd="0" destOrd="0" presId="urn:microsoft.com/office/officeart/2005/8/layout/hierarchy5"/>
    <dgm:cxn modelId="{28E93431-38B2-B64F-9873-A2C15EB9ED43}" type="presParOf" srcId="{0B872C57-518A-0F4B-BB4D-9EF6B81EFB76}" destId="{A283E4D9-AE6C-5F48-A06F-B9B26FE0A152}" srcOrd="1" destOrd="0" presId="urn:microsoft.com/office/officeart/2005/8/layout/hierarchy5"/>
    <dgm:cxn modelId="{EE4E1BBA-E619-0749-ADF3-F2AEB4ED80F5}" type="presParOf" srcId="{8D9D7A6F-2A83-D746-9814-8BC0271A3CBF}" destId="{5677E3B6-7E3B-F041-AF5D-8C7BDEFF01B8}" srcOrd="2" destOrd="0" presId="urn:microsoft.com/office/officeart/2005/8/layout/hierarchy5"/>
    <dgm:cxn modelId="{B694A575-66D4-FC4D-B1A7-1CF8751CEFB5}" type="presParOf" srcId="{5677E3B6-7E3B-F041-AF5D-8C7BDEFF01B8}" destId="{1FFC5B3D-C391-C144-9E3A-FC5E638264FD}" srcOrd="0" destOrd="0" presId="urn:microsoft.com/office/officeart/2005/8/layout/hierarchy5"/>
    <dgm:cxn modelId="{95C88D46-69FD-EF45-9AAC-BFEC1C097DA4}" type="presParOf" srcId="{8D9D7A6F-2A83-D746-9814-8BC0271A3CBF}" destId="{58B82097-3C3B-CB4E-AEDF-A1235EEFB7CD}" srcOrd="3" destOrd="0" presId="urn:microsoft.com/office/officeart/2005/8/layout/hierarchy5"/>
    <dgm:cxn modelId="{5B90EDFC-A64B-8B43-BE13-9B5C8D86DC32}" type="presParOf" srcId="{58B82097-3C3B-CB4E-AEDF-A1235EEFB7CD}" destId="{239892FF-22DF-8348-9157-2993C97C6E25}" srcOrd="0" destOrd="0" presId="urn:microsoft.com/office/officeart/2005/8/layout/hierarchy5"/>
    <dgm:cxn modelId="{32016022-7C76-BC47-8AF9-52C3DA4B07B4}" type="presParOf" srcId="{58B82097-3C3B-CB4E-AEDF-A1235EEFB7CD}" destId="{05B5C601-2E83-BD48-8D79-5A286D81A808}" srcOrd="1" destOrd="0" presId="urn:microsoft.com/office/officeart/2005/8/layout/hierarchy5"/>
    <dgm:cxn modelId="{67829050-B694-004F-9FDA-8E151C1568CD}" type="presParOf" srcId="{05B5C601-2E83-BD48-8D79-5A286D81A808}" destId="{6079958A-E18E-8A45-9218-F5F6F2F17AE7}" srcOrd="0" destOrd="0" presId="urn:microsoft.com/office/officeart/2005/8/layout/hierarchy5"/>
    <dgm:cxn modelId="{0C2260FD-C4B3-2645-9ABE-DE102E328A38}" type="presParOf" srcId="{6079958A-E18E-8A45-9218-F5F6F2F17AE7}" destId="{DAD30E78-DE6B-A548-8635-E810A0D0132A}" srcOrd="0" destOrd="0" presId="urn:microsoft.com/office/officeart/2005/8/layout/hierarchy5"/>
    <dgm:cxn modelId="{941361AC-2E56-5846-B54B-C56CE6677656}" type="presParOf" srcId="{05B5C601-2E83-BD48-8D79-5A286D81A808}" destId="{4974B76B-9DA3-7743-B81D-9E1AA2820C37}" srcOrd="1" destOrd="0" presId="urn:microsoft.com/office/officeart/2005/8/layout/hierarchy5"/>
    <dgm:cxn modelId="{42550DC6-46CA-8B4E-A020-15396820C14A}" type="presParOf" srcId="{4974B76B-9DA3-7743-B81D-9E1AA2820C37}" destId="{213FCB6C-8003-2E44-A6B5-4C5E2986EC30}" srcOrd="0" destOrd="0" presId="urn:microsoft.com/office/officeart/2005/8/layout/hierarchy5"/>
    <dgm:cxn modelId="{B7DAD277-C97D-D742-9C25-2F3B32545C9F}" type="presParOf" srcId="{4974B76B-9DA3-7743-B81D-9E1AA2820C37}" destId="{2A549BF6-5FDE-D746-A6AF-1CE0DADF10F9}" srcOrd="1" destOrd="0" presId="urn:microsoft.com/office/officeart/2005/8/layout/hierarchy5"/>
    <dgm:cxn modelId="{31EDC7F4-AD14-8849-8FA7-0ADD1BE67F03}" type="presParOf" srcId="{05B5C601-2E83-BD48-8D79-5A286D81A808}" destId="{1802F216-C2F0-514B-A04B-644A1395E202}" srcOrd="2" destOrd="0" presId="urn:microsoft.com/office/officeart/2005/8/layout/hierarchy5"/>
    <dgm:cxn modelId="{B90713D6-053B-4645-880F-51944D7AB421}" type="presParOf" srcId="{1802F216-C2F0-514B-A04B-644A1395E202}" destId="{488F809D-304C-664C-8DDF-8C750C4A7D09}" srcOrd="0" destOrd="0" presId="urn:microsoft.com/office/officeart/2005/8/layout/hierarchy5"/>
    <dgm:cxn modelId="{48ADE8C3-B21A-AA41-B1F0-AF3DFAB52DEF}" type="presParOf" srcId="{05B5C601-2E83-BD48-8D79-5A286D81A808}" destId="{095F9C31-A24C-1544-A3F7-D20B1ED62635}" srcOrd="3" destOrd="0" presId="urn:microsoft.com/office/officeart/2005/8/layout/hierarchy5"/>
    <dgm:cxn modelId="{D81F06E6-DE3A-7247-BF88-B4F958433CE8}" type="presParOf" srcId="{095F9C31-A24C-1544-A3F7-D20B1ED62635}" destId="{09C7241F-4398-6A44-AB00-39E6DF3F6E4A}" srcOrd="0" destOrd="0" presId="urn:microsoft.com/office/officeart/2005/8/layout/hierarchy5"/>
    <dgm:cxn modelId="{CCA3EEFD-640F-BF43-8B7B-252BF1F7F14D}" type="presParOf" srcId="{095F9C31-A24C-1544-A3F7-D20B1ED62635}" destId="{24FB6ACE-9EBF-0045-96DE-ED2BBCB4ABF1}" srcOrd="1" destOrd="0" presId="urn:microsoft.com/office/officeart/2005/8/layout/hierarchy5"/>
    <dgm:cxn modelId="{69E89B8F-5C66-4844-A879-0861D8C385CD}" type="presParOf" srcId="{3F12400A-7731-9242-AFDC-36C90BCCE5E6}" destId="{41B29710-8C95-BE48-8B91-014F6A430181}" srcOrd="2" destOrd="0" presId="urn:microsoft.com/office/officeart/2005/8/layout/hierarchy5"/>
    <dgm:cxn modelId="{B0F7B8A1-9428-7148-9478-A0550D3BBCA1}" type="presParOf" srcId="{41B29710-8C95-BE48-8B91-014F6A430181}" destId="{E8DC6A0C-8978-CD49-8F46-D57CD929E385}" srcOrd="0" destOrd="0" presId="urn:microsoft.com/office/officeart/2005/8/layout/hierarchy5"/>
    <dgm:cxn modelId="{B703D16E-7A16-714E-953D-5791648EAA43}" type="presParOf" srcId="{3F12400A-7731-9242-AFDC-36C90BCCE5E6}" destId="{D6B46604-2E11-2347-B8BA-E87F29AF2CA3}" srcOrd="3" destOrd="0" presId="urn:microsoft.com/office/officeart/2005/8/layout/hierarchy5"/>
    <dgm:cxn modelId="{AAC294EB-2371-3F4B-BE54-86C8CBB90E81}" type="presParOf" srcId="{D6B46604-2E11-2347-B8BA-E87F29AF2CA3}" destId="{DC1D4D66-F09C-5C42-A1AE-F890EEAF4E20}" srcOrd="0" destOrd="0" presId="urn:microsoft.com/office/officeart/2005/8/layout/hierarchy5"/>
    <dgm:cxn modelId="{67531B4D-F237-B442-8F5E-2E0490312914}" type="presParOf" srcId="{D6B46604-2E11-2347-B8BA-E87F29AF2CA3}" destId="{8B9B9980-0F15-964E-AC2E-158AD35B483A}" srcOrd="1" destOrd="0" presId="urn:microsoft.com/office/officeart/2005/8/layout/hierarchy5"/>
    <dgm:cxn modelId="{E035B973-284C-DE41-B10F-4BD964BD65D7}" type="presParOf" srcId="{8B9B9980-0F15-964E-AC2E-158AD35B483A}" destId="{E361EEF5-2E4D-B74C-A857-CD378A3FDE9B}" srcOrd="0" destOrd="0" presId="urn:microsoft.com/office/officeart/2005/8/layout/hierarchy5"/>
    <dgm:cxn modelId="{A3BD1143-E012-D844-A29C-35C25EB0ACAD}" type="presParOf" srcId="{E361EEF5-2E4D-B74C-A857-CD378A3FDE9B}" destId="{BCFE5CB0-B08B-F946-A54B-F237E29B5068}" srcOrd="0" destOrd="0" presId="urn:microsoft.com/office/officeart/2005/8/layout/hierarchy5"/>
    <dgm:cxn modelId="{93746BB9-7859-AA48-B2F6-5BF065127EE2}" type="presParOf" srcId="{8B9B9980-0F15-964E-AC2E-158AD35B483A}" destId="{A42ED5F7-CA5C-2149-B1CF-C937EEBA5735}" srcOrd="1" destOrd="0" presId="urn:microsoft.com/office/officeart/2005/8/layout/hierarchy5"/>
    <dgm:cxn modelId="{A9744A6B-1ECB-4540-9C74-7EE810E49F7A}" type="presParOf" srcId="{A42ED5F7-CA5C-2149-B1CF-C937EEBA5735}" destId="{1C520346-8A23-4C44-BBD4-0C6E3AA0E9FE}" srcOrd="0" destOrd="0" presId="urn:microsoft.com/office/officeart/2005/8/layout/hierarchy5"/>
    <dgm:cxn modelId="{9D1B8100-772A-5545-9D68-6DE6EE05CE05}" type="presParOf" srcId="{A42ED5F7-CA5C-2149-B1CF-C937EEBA5735}" destId="{0730CD91-16CD-D940-9A43-25B69F5ED28F}" srcOrd="1" destOrd="0" presId="urn:microsoft.com/office/officeart/2005/8/layout/hierarchy5"/>
    <dgm:cxn modelId="{AE867609-952D-2F43-8EBC-4DDA4735A5D5}" type="presParOf" srcId="{0730CD91-16CD-D940-9A43-25B69F5ED28F}" destId="{C7212DB0-99FF-BC4A-A78C-673EFA827687}" srcOrd="0" destOrd="0" presId="urn:microsoft.com/office/officeart/2005/8/layout/hierarchy5"/>
    <dgm:cxn modelId="{B8C42252-235D-5E48-9713-094E22F696D4}" type="presParOf" srcId="{C7212DB0-99FF-BC4A-A78C-673EFA827687}" destId="{50597A2D-46BE-7744-8181-AD75E5CF5F61}" srcOrd="0" destOrd="0" presId="urn:microsoft.com/office/officeart/2005/8/layout/hierarchy5"/>
    <dgm:cxn modelId="{7A9EB5CD-374D-6A4B-B2D6-C306B6079E88}" type="presParOf" srcId="{0730CD91-16CD-D940-9A43-25B69F5ED28F}" destId="{14812DF4-95F7-324B-A15F-AA192EDB1E21}" srcOrd="1" destOrd="0" presId="urn:microsoft.com/office/officeart/2005/8/layout/hierarchy5"/>
    <dgm:cxn modelId="{B62D352E-CFF4-AE4C-A1D9-9F02CA503A13}" type="presParOf" srcId="{14812DF4-95F7-324B-A15F-AA192EDB1E21}" destId="{D03D6212-D0E5-4D44-8F02-CD563E52AFF4}" srcOrd="0" destOrd="0" presId="urn:microsoft.com/office/officeart/2005/8/layout/hierarchy5"/>
    <dgm:cxn modelId="{3A7966C1-DC67-644E-9ADD-7C577CF36175}" type="presParOf" srcId="{14812DF4-95F7-324B-A15F-AA192EDB1E21}" destId="{80A624FE-03A1-D949-A14B-47493FFF84CA}" srcOrd="1" destOrd="0" presId="urn:microsoft.com/office/officeart/2005/8/layout/hierarchy5"/>
    <dgm:cxn modelId="{30B245AF-0364-6D47-8DE8-34B82B84032A}" type="presParOf" srcId="{8B9B9980-0F15-964E-AC2E-158AD35B483A}" destId="{E1F72A82-E0E1-634A-BE9C-AFF1ABDD321E}" srcOrd="2" destOrd="0" presId="urn:microsoft.com/office/officeart/2005/8/layout/hierarchy5"/>
    <dgm:cxn modelId="{5810ABE9-8C95-ED4F-A514-CDD59027E372}" type="presParOf" srcId="{E1F72A82-E0E1-634A-BE9C-AFF1ABDD321E}" destId="{7EDBE063-D721-1440-8469-5D765733EC97}" srcOrd="0" destOrd="0" presId="urn:microsoft.com/office/officeart/2005/8/layout/hierarchy5"/>
    <dgm:cxn modelId="{6059700C-A0C3-C743-97BB-C2029A56A983}" type="presParOf" srcId="{8B9B9980-0F15-964E-AC2E-158AD35B483A}" destId="{C511E3E7-86AD-C64B-A2F2-F110E5281FAE}" srcOrd="3" destOrd="0" presId="urn:microsoft.com/office/officeart/2005/8/layout/hierarchy5"/>
    <dgm:cxn modelId="{E2D6510E-A934-0044-841D-9AF7E699B8F8}" type="presParOf" srcId="{C511E3E7-86AD-C64B-A2F2-F110E5281FAE}" destId="{532B225C-F5EA-5740-AB3B-EF8ED9DB674F}" srcOrd="0" destOrd="0" presId="urn:microsoft.com/office/officeart/2005/8/layout/hierarchy5"/>
    <dgm:cxn modelId="{6BDB0FDB-7C81-BD44-BA2D-46FC88F81B2D}" type="presParOf" srcId="{C511E3E7-86AD-C64B-A2F2-F110E5281FAE}" destId="{079E5746-DF93-EA4D-8D20-96F6991E27AD}" srcOrd="1" destOrd="0" presId="urn:microsoft.com/office/officeart/2005/8/layout/hierarchy5"/>
    <dgm:cxn modelId="{705748D7-A14B-214E-BE0C-6953BC54F9D0}" type="presParOf" srcId="{079E5746-DF93-EA4D-8D20-96F6991E27AD}" destId="{C8646F01-76DD-DF43-BC23-1CE1B66CC893}" srcOrd="0" destOrd="0" presId="urn:microsoft.com/office/officeart/2005/8/layout/hierarchy5"/>
    <dgm:cxn modelId="{F0D527D2-D046-2147-A84D-9134AF89490A}" type="presParOf" srcId="{C8646F01-76DD-DF43-BC23-1CE1B66CC893}" destId="{25C2CEBC-3F55-3345-B946-1DBA29FA4E25}" srcOrd="0" destOrd="0" presId="urn:microsoft.com/office/officeart/2005/8/layout/hierarchy5"/>
    <dgm:cxn modelId="{C7E9FDBA-989D-C841-BA47-E5C12C522432}" type="presParOf" srcId="{079E5746-DF93-EA4D-8D20-96F6991E27AD}" destId="{CF6788F7-427F-2141-8CE2-500EF0FEED2A}" srcOrd="1" destOrd="0" presId="urn:microsoft.com/office/officeart/2005/8/layout/hierarchy5"/>
    <dgm:cxn modelId="{D861A890-1B5B-E443-BFAF-7C949FC2B151}" type="presParOf" srcId="{CF6788F7-427F-2141-8CE2-500EF0FEED2A}" destId="{756C8F53-7330-BC41-84A3-8081D6C416B2}" srcOrd="0" destOrd="0" presId="urn:microsoft.com/office/officeart/2005/8/layout/hierarchy5"/>
    <dgm:cxn modelId="{4AC07A9B-F0C5-0C42-BDA9-65FE3F31C8D6}" type="presParOf" srcId="{CF6788F7-427F-2141-8CE2-500EF0FEED2A}" destId="{596D57DE-497B-A346-B6CA-51CC8B91C2D9}" srcOrd="1" destOrd="0" presId="urn:microsoft.com/office/officeart/2005/8/layout/hierarchy5"/>
    <dgm:cxn modelId="{BED22DFA-850C-8F45-B6BB-716802AC5C51}" type="presParOf" srcId="{99AED1C3-3AAA-1E43-A934-127FA3666AEF}" destId="{E32C45B3-ECCF-B849-9270-911FCDAE21A0}" srcOrd="1" destOrd="0" presId="urn:microsoft.com/office/officeart/2005/8/layout/hierarchy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ACBBF4-239A-8444-9CF6-5CA6AE0D7543}">
      <dsp:nvSpPr>
        <dsp:cNvPr id="0" name=""/>
        <dsp:cNvSpPr/>
      </dsp:nvSpPr>
      <dsp:spPr>
        <a:xfrm>
          <a:off x="1419527" y="3008570"/>
          <a:ext cx="2447850" cy="1223925"/>
        </a:xfrm>
        <a:prstGeom prst="roundRect">
          <a:avLst>
            <a:gd name="adj" fmla="val 10000"/>
          </a:avLst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>
          <a:schemeClr val="dk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 dirty="0">
            <a:solidFill>
              <a:schemeClr val="bg1"/>
            </a:solidFill>
          </a:endParaRPr>
        </a:p>
      </dsp:txBody>
      <dsp:txXfrm>
        <a:off x="1455375" y="3044418"/>
        <a:ext cx="2376154" cy="1152229"/>
      </dsp:txXfrm>
    </dsp:sp>
    <dsp:sp modelId="{024BAFD6-7BC0-6843-BF48-DB9DDCF11682}">
      <dsp:nvSpPr>
        <dsp:cNvPr id="0" name=""/>
        <dsp:cNvSpPr/>
      </dsp:nvSpPr>
      <dsp:spPr>
        <a:xfrm rot="17804696">
          <a:off x="3267315" y="2630132"/>
          <a:ext cx="218212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182122" y="16062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4303824" y="2591641"/>
        <a:ext cx="109106" cy="109106"/>
      </dsp:txXfrm>
    </dsp:sp>
    <dsp:sp modelId="{FF0B2163-3212-6B4C-B64A-B56CC6CA63FD}">
      <dsp:nvSpPr>
        <dsp:cNvPr id="0" name=""/>
        <dsp:cNvSpPr/>
      </dsp:nvSpPr>
      <dsp:spPr>
        <a:xfrm>
          <a:off x="4849376" y="1059893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Discrete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(Poisson) </a:t>
          </a:r>
        </a:p>
      </dsp:txBody>
      <dsp:txXfrm>
        <a:off x="4885224" y="1095741"/>
        <a:ext cx="2376154" cy="1152229"/>
      </dsp:txXfrm>
    </dsp:sp>
    <dsp:sp modelId="{75146281-853E-0248-8CB9-DB137634D461}">
      <dsp:nvSpPr>
        <dsp:cNvPr id="0" name=""/>
        <dsp:cNvSpPr/>
      </dsp:nvSpPr>
      <dsp:spPr>
        <a:xfrm rot="18770822">
          <a:off x="7066886" y="1127976"/>
          <a:ext cx="143982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39820" y="16062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7750801" y="1108043"/>
        <a:ext cx="71991" cy="71991"/>
      </dsp:txXfrm>
    </dsp:sp>
    <dsp:sp modelId="{3143BAFD-9320-7C47-B34F-1092537BAC7B}">
      <dsp:nvSpPr>
        <dsp:cNvPr id="0" name=""/>
        <dsp:cNvSpPr/>
      </dsp:nvSpPr>
      <dsp:spPr>
        <a:xfrm>
          <a:off x="8276366" y="4258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>
              <a:latin typeface="+mn-lt"/>
            </a:rPr>
            <a:t>Point estimates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1" kern="1200" dirty="0" err="1">
              <a:latin typeface="+mn-lt"/>
            </a:rPr>
            <a:t>Poisson_convolution</a:t>
          </a:r>
          <a:r>
            <a:rPr lang="en-GB" sz="1400" b="0" i="1" kern="1200" dirty="0">
              <a:latin typeface="+mn-lt"/>
            </a:rPr>
            <a:t>(…,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1" kern="1200" dirty="0">
              <a:latin typeface="+mn-lt"/>
            </a:rPr>
            <a:t>point=TRUE)</a:t>
          </a:r>
        </a:p>
      </dsp:txBody>
      <dsp:txXfrm>
        <a:off x="8312214" y="40106"/>
        <a:ext cx="2376154" cy="1152229"/>
      </dsp:txXfrm>
    </dsp:sp>
    <dsp:sp modelId="{1C15A23A-D92A-A449-BB68-D3B8E066FA77}">
      <dsp:nvSpPr>
        <dsp:cNvPr id="0" name=""/>
        <dsp:cNvSpPr/>
      </dsp:nvSpPr>
      <dsp:spPr>
        <a:xfrm>
          <a:off x="10724217" y="600158"/>
          <a:ext cx="97914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79140" y="16062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11189309" y="591742"/>
        <a:ext cx="48957" cy="48957"/>
      </dsp:txXfrm>
    </dsp:sp>
    <dsp:sp modelId="{9AF719E0-00EB-B947-9838-4E4D4EFE5B89}">
      <dsp:nvSpPr>
        <dsp:cNvPr id="0" name=""/>
        <dsp:cNvSpPr/>
      </dsp:nvSpPr>
      <dsp:spPr>
        <a:xfrm>
          <a:off x="11703357" y="4258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1" kern="1200" dirty="0">
              <a:latin typeface="+mn-lt"/>
            </a:rPr>
            <a:t>Tilt density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1" kern="1200" dirty="0" err="1">
              <a:latin typeface="+mn-lt"/>
            </a:rPr>
            <a:t>tilt_density</a:t>
          </a:r>
          <a:r>
            <a:rPr lang="en-GB" sz="1400" b="0" i="1" kern="1200" dirty="0">
              <a:latin typeface="+mn-lt"/>
            </a:rPr>
            <a:t>()</a:t>
          </a:r>
        </a:p>
      </dsp:txBody>
      <dsp:txXfrm>
        <a:off x="11739205" y="40106"/>
        <a:ext cx="2376154" cy="1152229"/>
      </dsp:txXfrm>
    </dsp:sp>
    <dsp:sp modelId="{5677E3B6-7E3B-F041-AF5D-8C7BDEFF01B8}">
      <dsp:nvSpPr>
        <dsp:cNvPr id="0" name=""/>
        <dsp:cNvSpPr/>
      </dsp:nvSpPr>
      <dsp:spPr>
        <a:xfrm rot="2829178">
          <a:off x="7066886" y="2183612"/>
          <a:ext cx="143982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439820" y="16062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7750801" y="2163678"/>
        <a:ext cx="71991" cy="71991"/>
      </dsp:txXfrm>
    </dsp:sp>
    <dsp:sp modelId="{239892FF-22DF-8348-9157-2993C97C6E25}">
      <dsp:nvSpPr>
        <dsp:cNvPr id="0" name=""/>
        <dsp:cNvSpPr/>
      </dsp:nvSpPr>
      <dsp:spPr>
        <a:xfrm>
          <a:off x="8276366" y="2115529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Posterior samples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1" kern="1200" dirty="0" err="1">
              <a:latin typeface="+mn-lt"/>
            </a:rPr>
            <a:t>Poisson_convolution</a:t>
          </a:r>
          <a:r>
            <a:rPr lang="en-GB" sz="1400" b="0" i="1" kern="1200" dirty="0">
              <a:latin typeface="+mn-lt"/>
            </a:rPr>
            <a:t>(…, point=FALSE)</a:t>
          </a:r>
          <a:endParaRPr lang="en-GB" sz="1400" b="1" kern="1200" dirty="0"/>
        </a:p>
      </dsp:txBody>
      <dsp:txXfrm>
        <a:off x="8312214" y="2151377"/>
        <a:ext cx="2376154" cy="1152229"/>
      </dsp:txXfrm>
    </dsp:sp>
    <dsp:sp modelId="{6079958A-E18E-8A45-9218-F5F6F2F17AE7}">
      <dsp:nvSpPr>
        <dsp:cNvPr id="0" name=""/>
        <dsp:cNvSpPr/>
      </dsp:nvSpPr>
      <dsp:spPr>
        <a:xfrm rot="19457599">
          <a:off x="10610880" y="2359551"/>
          <a:ext cx="120581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05814" y="16062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11183642" y="2345467"/>
        <a:ext cx="60290" cy="60290"/>
      </dsp:txXfrm>
    </dsp:sp>
    <dsp:sp modelId="{213FCB6C-8003-2E44-A6B5-4C5E2986EC30}">
      <dsp:nvSpPr>
        <dsp:cNvPr id="0" name=""/>
        <dsp:cNvSpPr/>
      </dsp:nvSpPr>
      <dsp:spPr>
        <a:xfrm>
          <a:off x="11703357" y="1411772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1" kern="1200" dirty="0">
              <a:latin typeface="+mn-lt"/>
            </a:rPr>
            <a:t>Tilt density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1" kern="1200" dirty="0" err="1">
              <a:latin typeface="+mn-lt"/>
            </a:rPr>
            <a:t>tilt_density</a:t>
          </a:r>
          <a:r>
            <a:rPr lang="en-GB" sz="1400" b="0" i="1" kern="1200" dirty="0">
              <a:latin typeface="+mn-lt"/>
            </a:rPr>
            <a:t>()</a:t>
          </a:r>
          <a:endParaRPr lang="en-GB" sz="1050" i="1" kern="1200" dirty="0"/>
        </a:p>
      </dsp:txBody>
      <dsp:txXfrm>
        <a:off x="11739205" y="1447620"/>
        <a:ext cx="2376154" cy="1152229"/>
      </dsp:txXfrm>
    </dsp:sp>
    <dsp:sp modelId="{1802F216-C2F0-514B-A04B-644A1395E202}">
      <dsp:nvSpPr>
        <dsp:cNvPr id="0" name=""/>
        <dsp:cNvSpPr/>
      </dsp:nvSpPr>
      <dsp:spPr>
        <a:xfrm rot="2142401">
          <a:off x="10610880" y="3063308"/>
          <a:ext cx="120581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05814" y="16062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11183642" y="3049225"/>
        <a:ext cx="60290" cy="60290"/>
      </dsp:txXfrm>
    </dsp:sp>
    <dsp:sp modelId="{09C7241F-4398-6A44-AB00-39E6DF3F6E4A}">
      <dsp:nvSpPr>
        <dsp:cNvPr id="0" name=""/>
        <dsp:cNvSpPr/>
      </dsp:nvSpPr>
      <dsp:spPr>
        <a:xfrm>
          <a:off x="11703357" y="2819286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1" kern="1200" dirty="0">
              <a:latin typeface="+mn-lt"/>
            </a:rPr>
            <a:t>Tilt density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1" kern="1200" dirty="0" err="1">
              <a:latin typeface="+mn-lt"/>
            </a:rPr>
            <a:t>tilt_density</a:t>
          </a:r>
          <a:r>
            <a:rPr lang="en-GB" sz="1400" b="0" i="1" kern="1200" dirty="0">
              <a:latin typeface="+mn-lt"/>
            </a:rPr>
            <a:t>()</a:t>
          </a:r>
          <a:endParaRPr lang="en-GB" sz="1050" i="1" kern="1200" dirty="0"/>
        </a:p>
      </dsp:txBody>
      <dsp:txXfrm>
        <a:off x="11739205" y="2855134"/>
        <a:ext cx="2376154" cy="1152229"/>
      </dsp:txXfrm>
    </dsp:sp>
    <dsp:sp modelId="{41B29710-8C95-BE48-8B91-014F6A430181}">
      <dsp:nvSpPr>
        <dsp:cNvPr id="0" name=""/>
        <dsp:cNvSpPr/>
      </dsp:nvSpPr>
      <dsp:spPr>
        <a:xfrm rot="3776174">
          <a:off x="3279216" y="4565464"/>
          <a:ext cx="2158321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2158321" y="16062"/>
              </a:lnTo>
            </a:path>
          </a:pathLst>
        </a:custGeom>
        <a:noFill/>
        <a:ln w="1905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4304419" y="4527568"/>
        <a:ext cx="107916" cy="107916"/>
      </dsp:txXfrm>
    </dsp:sp>
    <dsp:sp modelId="{DC1D4D66-F09C-5C42-A1AE-F890EEAF4E20}">
      <dsp:nvSpPr>
        <dsp:cNvPr id="0" name=""/>
        <dsp:cNvSpPr/>
      </dsp:nvSpPr>
      <dsp:spPr>
        <a:xfrm>
          <a:off x="4849376" y="4930557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Continuous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kern="1200" dirty="0"/>
            <a:t>(Beta, ZIB, ZOIB)</a:t>
          </a:r>
        </a:p>
      </dsp:txBody>
      <dsp:txXfrm>
        <a:off x="4885224" y="4966405"/>
        <a:ext cx="2376154" cy="1152229"/>
      </dsp:txXfrm>
    </dsp:sp>
    <dsp:sp modelId="{E361EEF5-2E4D-B74C-A857-CD378A3FDE9B}">
      <dsp:nvSpPr>
        <dsp:cNvPr id="0" name=""/>
        <dsp:cNvSpPr/>
      </dsp:nvSpPr>
      <dsp:spPr>
        <a:xfrm rot="19411446">
          <a:off x="7179369" y="5168792"/>
          <a:ext cx="1203279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03279" y="16062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7750927" y="5154772"/>
        <a:ext cx="60163" cy="60163"/>
      </dsp:txXfrm>
    </dsp:sp>
    <dsp:sp modelId="{1C520346-8A23-4C44-BBD4-0C6E3AA0E9FE}">
      <dsp:nvSpPr>
        <dsp:cNvPr id="0" name=""/>
        <dsp:cNvSpPr/>
      </dsp:nvSpPr>
      <dsp:spPr>
        <a:xfrm>
          <a:off x="8264791" y="4215226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Point estimates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000" kern="1200" dirty="0"/>
            <a:t> </a:t>
          </a:r>
          <a:r>
            <a:rPr lang="en-GB" sz="1100" i="1" kern="1200" dirty="0" err="1"/>
            <a:t>Beta_convolution</a:t>
          </a:r>
          <a:r>
            <a:rPr lang="en-GB" sz="1100" b="0" i="1" kern="1200" dirty="0">
              <a:latin typeface="+mn-lt"/>
            </a:rPr>
            <a:t>(…, point=TRUE)</a:t>
          </a:r>
          <a:endParaRPr lang="en-GB" sz="1100" i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i="1" kern="1200" dirty="0" err="1"/>
            <a:t>ZIB_convolution</a:t>
          </a:r>
          <a:r>
            <a:rPr lang="en-GB" sz="1100" b="0" i="1" kern="1200" dirty="0">
              <a:latin typeface="+mn-lt"/>
            </a:rPr>
            <a:t>(…, point=TRUE)</a:t>
          </a:r>
          <a:r>
            <a:rPr lang="en-GB" sz="1100" i="1" kern="1200" dirty="0"/>
            <a:t>
  </a:t>
          </a:r>
          <a:r>
            <a:rPr lang="en-GB" sz="1100" i="1" kern="1200" dirty="0" err="1"/>
            <a:t>ZOIB_convolution</a:t>
          </a:r>
          <a:r>
            <a:rPr lang="en-GB" sz="1100" b="0" i="1" kern="1200" dirty="0">
              <a:latin typeface="+mn-lt"/>
            </a:rPr>
            <a:t>(…, point=TRUE)</a:t>
          </a:r>
          <a:endParaRPr lang="en-GB" sz="1100" i="1" kern="1200" dirty="0"/>
        </a:p>
      </dsp:txBody>
      <dsp:txXfrm>
        <a:off x="8300639" y="4251074"/>
        <a:ext cx="2376154" cy="1152229"/>
      </dsp:txXfrm>
    </dsp:sp>
    <dsp:sp modelId="{C7212DB0-99FF-BC4A-A78C-673EFA827687}">
      <dsp:nvSpPr>
        <dsp:cNvPr id="0" name=""/>
        <dsp:cNvSpPr/>
      </dsp:nvSpPr>
      <dsp:spPr>
        <a:xfrm rot="40160">
          <a:off x="10712608" y="4816913"/>
          <a:ext cx="990782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90782" y="16062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11183230" y="4808206"/>
        <a:ext cx="49539" cy="49539"/>
      </dsp:txXfrm>
    </dsp:sp>
    <dsp:sp modelId="{D03D6212-D0E5-4D44-8F02-CD563E52AFF4}">
      <dsp:nvSpPr>
        <dsp:cNvPr id="0" name=""/>
        <dsp:cNvSpPr/>
      </dsp:nvSpPr>
      <dsp:spPr>
        <a:xfrm>
          <a:off x="11703357" y="4226800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1" kern="1200" dirty="0">
              <a:latin typeface="+mn-lt"/>
            </a:rPr>
            <a:t>Tilt density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1" kern="1200" dirty="0" err="1">
              <a:latin typeface="+mn-lt"/>
            </a:rPr>
            <a:t>tilt_density</a:t>
          </a:r>
          <a:r>
            <a:rPr lang="en-GB" sz="1400" b="0" i="1" kern="1200" dirty="0">
              <a:latin typeface="+mn-lt"/>
            </a:rPr>
            <a:t>()</a:t>
          </a:r>
          <a:endParaRPr lang="en-GB" sz="1050" i="1" kern="1200" dirty="0"/>
        </a:p>
      </dsp:txBody>
      <dsp:txXfrm>
        <a:off x="11739205" y="4262648"/>
        <a:ext cx="2376154" cy="1152229"/>
      </dsp:txXfrm>
    </dsp:sp>
    <dsp:sp modelId="{E1F72A82-E0E1-634A-BE9C-AFF1ABDD321E}">
      <dsp:nvSpPr>
        <dsp:cNvPr id="0" name=""/>
        <dsp:cNvSpPr/>
      </dsp:nvSpPr>
      <dsp:spPr>
        <a:xfrm rot="2141846">
          <a:off x="7183959" y="5878216"/>
          <a:ext cx="1205674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1205674" y="16062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7756654" y="5864136"/>
        <a:ext cx="60283" cy="60283"/>
      </dsp:txXfrm>
    </dsp:sp>
    <dsp:sp modelId="{532B225C-F5EA-5740-AB3B-EF8ED9DB674F}">
      <dsp:nvSpPr>
        <dsp:cNvPr id="0" name=""/>
        <dsp:cNvSpPr/>
      </dsp:nvSpPr>
      <dsp:spPr>
        <a:xfrm>
          <a:off x="8276366" y="5634074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kern="1200" dirty="0"/>
            <a:t>Posterior samples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b="1" kern="1200" dirty="0"/>
            <a:t> </a:t>
          </a:r>
          <a:r>
            <a:rPr lang="en-GB" sz="1100" i="1" kern="1200" dirty="0" err="1"/>
            <a:t>Beta_convolution</a:t>
          </a:r>
          <a:r>
            <a:rPr lang="en-GB" sz="1100" b="0" i="1" kern="1200" dirty="0">
              <a:latin typeface="+mn-lt"/>
            </a:rPr>
            <a:t>(…, point=FALSE)</a:t>
          </a:r>
          <a:endParaRPr lang="en-GB" sz="1100" i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Arial" panose="020B0604020202020204" pitchFamily="34" charset="0"/>
            <a:buNone/>
          </a:pPr>
          <a:r>
            <a:rPr lang="en-GB" sz="1100" i="1" kern="1200" dirty="0" err="1"/>
            <a:t>ZIB_convolution</a:t>
          </a:r>
          <a:r>
            <a:rPr lang="en-GB" sz="1100" b="0" i="1" kern="1200" dirty="0">
              <a:latin typeface="+mn-lt"/>
            </a:rPr>
            <a:t>(…, point=FALSE)</a:t>
          </a:r>
          <a:r>
            <a:rPr lang="en-GB" sz="1100" i="1" kern="1200" dirty="0"/>
            <a:t>
  </a:t>
          </a:r>
          <a:r>
            <a:rPr lang="en-GB" sz="1100" i="1" kern="1200" dirty="0" err="1"/>
            <a:t>ZOIB_convolution</a:t>
          </a:r>
          <a:r>
            <a:rPr lang="en-GB" sz="1100" b="0" i="1" kern="1200" dirty="0">
              <a:latin typeface="+mn-lt"/>
            </a:rPr>
            <a:t>(…, point=FALSE)</a:t>
          </a:r>
          <a:endParaRPr lang="en-GB" sz="1100" b="0" i="1" kern="1200" dirty="0"/>
        </a:p>
      </dsp:txBody>
      <dsp:txXfrm>
        <a:off x="8312214" y="5669922"/>
        <a:ext cx="2376154" cy="1152229"/>
      </dsp:txXfrm>
    </dsp:sp>
    <dsp:sp modelId="{C8646F01-76DD-DF43-BC23-1CE1B66CC893}">
      <dsp:nvSpPr>
        <dsp:cNvPr id="0" name=""/>
        <dsp:cNvSpPr/>
      </dsp:nvSpPr>
      <dsp:spPr>
        <a:xfrm>
          <a:off x="10724217" y="6229975"/>
          <a:ext cx="979140" cy="32124"/>
        </a:xfrm>
        <a:custGeom>
          <a:avLst/>
          <a:gdLst/>
          <a:ahLst/>
          <a:cxnLst/>
          <a:rect l="0" t="0" r="0" b="0"/>
          <a:pathLst>
            <a:path>
              <a:moveTo>
                <a:pt x="0" y="16062"/>
              </a:moveTo>
              <a:lnTo>
                <a:pt x="979140" y="16062"/>
              </a:lnTo>
            </a:path>
          </a:pathLst>
        </a:custGeom>
        <a:noFill/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000" kern="1200"/>
        </a:p>
      </dsp:txBody>
      <dsp:txXfrm>
        <a:off x="11189309" y="6221558"/>
        <a:ext cx="48957" cy="48957"/>
      </dsp:txXfrm>
    </dsp:sp>
    <dsp:sp modelId="{756C8F53-7330-BC41-84A3-8081D6C416B2}">
      <dsp:nvSpPr>
        <dsp:cNvPr id="0" name=""/>
        <dsp:cNvSpPr/>
      </dsp:nvSpPr>
      <dsp:spPr>
        <a:xfrm>
          <a:off x="11703357" y="5634074"/>
          <a:ext cx="2447850" cy="1223925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1" i="1" kern="1200" dirty="0">
              <a:latin typeface="+mn-lt"/>
            </a:rPr>
            <a:t>Tilt density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b="0" i="1" kern="1200" dirty="0" err="1">
              <a:latin typeface="+mn-lt"/>
            </a:rPr>
            <a:t>tilt_density</a:t>
          </a:r>
          <a:r>
            <a:rPr lang="en-GB" sz="1400" b="0" i="1" kern="1200" dirty="0">
              <a:latin typeface="+mn-lt"/>
            </a:rPr>
            <a:t>()</a:t>
          </a:r>
          <a:endParaRPr lang="en-GB" sz="1050" b="0" i="1" kern="1200" dirty="0"/>
        </a:p>
      </dsp:txBody>
      <dsp:txXfrm>
        <a:off x="11739205" y="5669922"/>
        <a:ext cx="2376154" cy="1152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5">
  <dgm:title val=""/>
  <dgm:desc val=""/>
  <dgm:catLst>
    <dgm:cat type="hierarchy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/>
    <dgm:presOf/>
    <dgm:shape xmlns:r="http://schemas.openxmlformats.org/officeDocument/2006/relationships" r:blip="">
      <dgm:adjLst/>
    </dgm:shape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/>
              <dgm:constr type="t" for="ch" forName="hierFlow" refType="h" fact="0.3"/>
              <dgm:constr type="r" for="ch" forName="hierFlow" refType="w" fact="0.98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 refType="h" fact="0.3"/>
              <dgm:constr type="r" for="ch" forName="hierFlow" refType="w"/>
              <dgm:constr type="b" for="ch" forName="hierFlow" refType="h" fact="0.96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h" for="des" forName="level1Shape" refType="h"/>
              <dgm:constr type="w" for="des" forName="level1Shape" refType="h" refFor="des" refForName="level1Shape" fact="2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w" refFor="des" refForName="level1Shape" op="equ" fact="0.4"/>
              <dgm:constr type="sibSp" for="des" forName="hierChild1" refType="h" refFor="des" refForName="level1Shape" op="equ" fact="0.15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w" refFor="des" refForName="level1Shape" op="equ"/>
              <dgm:constr type="userB" for="des" refType="sp" refFor="des" op="equ"/>
              <dgm:constr type="w" for="des" forName="firstBuf" refType="w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h" for="des" forName="level1Shape" refType="h"/>
          <dgm:constr type="w" for="des" forName="level1Shape" refType="h" refFor="des" refForName="level1Shape" fact="2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w" refFor="des" refForName="level1Shape" op="equ" fact="0.4"/>
          <dgm:constr type="sibSp" for="des" forName="hierChild1" refType="h" refFor="des" refForName="level1Shape" op="equ" fact="0.15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w" refFor="des" refForName="level1Shape" op="equ"/>
          <dgm:constr type="userB" for="des" refType="sp" refFor="des" op="equ"/>
          <dgm:constr type="w" for="des" forName="firstBuf" refType="w" refFor="des" refForName="level1Shape" fact="0.1"/>
        </dgm:constrLst>
      </dgm:else>
    </dgm:choose>
    <dgm:ruleLst/>
    <dgm:layoutNode name="hierFlow">
      <dgm:choose name="Name6">
        <dgm:if name="Name7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  <dgm:param type="fallback" val="2D"/>
          </dgm:alg>
        </dgm:if>
        <dgm:else name="Name8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  <dgm:param type="fallback" val="2D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ptType="node" op="equ" val="65"/>
        <dgm:constr type="primFontSz" for="des" forName="connTx" op="equ" val="55"/>
        <dgm:constr type="primFontSz" for="des" forName="connTx" refType="primFontSz" refFor="des" refPtType="node" op="lte" fact="0.8"/>
      </dgm:constrLst>
      <dgm:ruleLst/>
      <dgm:choose name="Name9">
        <dgm:if name="Name10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1"/>
      </dgm:choose>
      <dgm:layoutNode name="hierChild1">
        <dgm:varLst>
          <dgm:chPref val="1"/>
          <dgm:animOne val="branch"/>
          <dgm:animLvl val="lvl"/>
        </dgm:varLst>
        <dgm:choose name="Name12">
          <dgm:if name="Name13" func="var" arg="dir" op="equ" val="norm">
            <dgm:alg type="hierChild">
              <dgm:param type="linDir" val="fromT"/>
              <dgm:param type="chAlign" val="l"/>
            </dgm:alg>
          </dgm:if>
          <dgm:else name="Name14">
            <dgm:alg type="hierChild">
              <dgm:param type="linDir" val="fromT"/>
              <dgm:param type="ch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forEach name="Name15" axis="ch" cnt="3">
          <dgm:forEach name="Name16" axis="self" ptType="node">
            <dgm:layoutNode name="Name17">
              <dgm:choose name="Name18">
                <dgm:if name="Name19" func="var" arg="dir" op="equ" val="norm">
                  <dgm:alg type="hierRoot">
                    <dgm:param type="hierAlign" val="lCtrCh"/>
                  </dgm:alg>
                </dgm:if>
                <dgm:else name="Name20">
                  <dgm:alg type="hierRoot">
                    <dgm:param type="hierAlign" val="rCtrCh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tMarg" refType="primFontSz" fact="0.05"/>
                  <dgm:constr type="bMarg" refType="primFontSz" fact="0.05"/>
                  <dgm:constr type="lMarg" refType="primFontSz" fact="0.05"/>
                  <dgm:constr type="rMarg" refType="primFontSz" fact="0.05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21">
                  <dgm:if name="Name2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23">
                    <dgm:alg type="hierChild">
                      <dgm:param type="linDir" val="fromT"/>
                      <dgm:param type="ch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24" axis="self" ptType="parTrans" cnt="1">
                    <dgm:layoutNode name="Name25">
                      <dgm:choose name="Name26">
                        <dgm:if name="Name27" func="var" arg="dir" op="equ" val="norm">
                          <dgm:alg type="conn">
                            <dgm:param type="dim" val="1D"/>
                            <dgm:param type="begPts" val="midR"/>
                            <dgm:param type="endPts" val="midL"/>
                            <dgm:param type="endSty" val="noArr"/>
                          </dgm:alg>
                        </dgm:if>
                        <dgm:else name="Name28">
                          <dgm:alg type="conn">
                            <dgm:param type="dim" val="1D"/>
                            <dgm:param type="begPts" val="midL"/>
                            <dgm:param type="endPts" val="midR"/>
                            <dgm:param type="endSty" val="noArr"/>
                          </dgm:alg>
                        </dgm:else>
                      </dgm:choose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5"/>
                        <dgm:constr type="connDist"/>
                        <dgm:constr type="begPad"/>
                        <dgm:constr type="endPad"/>
                        <dgm:constr type="userA" for="ch" refType="connDist"/>
                      </dgm:constrLst>
                      <dgm:ruleLst/>
                      <dgm:layoutNode name="connTx">
                        <dgm:alg type="tx">
                          <dgm:param type="autoTxRot" val="grav"/>
                        </dgm:alg>
                        <dgm:shape xmlns:r="http://schemas.openxmlformats.org/officeDocument/2006/relationships" type="rect" r:blip="" hideGeom="1">
                          <dgm:adjLst/>
                        </dgm:shape>
                        <dgm:presOf axis="self"/>
                        <dgm:constrLst>
                          <dgm:constr type="userA"/>
                          <dgm:constr type="w" refType="userA" fact="0.05"/>
                          <dgm:constr type="h" refType="userA" fact="0.05"/>
                          <dgm:constr type="lMarg" val="1"/>
                          <dgm:constr type="rMarg" val="1"/>
                          <dgm:constr type="tMarg"/>
                          <dgm:constr type="bMarg"/>
                        </dgm:constrLst>
                        <dgm:ruleLst>
                          <dgm:rule type="h" val="NaN" fact="0.25" max="NaN"/>
                          <dgm:rule type="w" val="NaN" fact="0.8" max="NaN"/>
                          <dgm:rule type="primFontSz" val="5" fact="NaN" max="NaN"/>
                        </dgm:ruleLst>
                      </dgm:layoutNode>
                    </dgm:layoutNode>
                  </dgm:forEach>
                  <dgm:forEach name="Name29" axis="self" ptType="node">
                    <dgm:layoutNode name="Name30">
                      <dgm:choose name="Name31">
                        <dgm:if name="Name32" func="var" arg="dir" op="equ" val="norm">
                          <dgm:alg type="hierRoot">
                            <dgm:param type="hierAlign" val="lCtrCh"/>
                          </dgm:alg>
                        </dgm:if>
                        <dgm:else name="Name33">
                          <dgm:alg type="hierRoot">
                            <dgm:param type="hierAlign" val="rCtrCh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tMarg" refType="primFontSz" fact="0.05"/>
                          <dgm:constr type="bMarg" refType="primFontSz" fact="0.05"/>
                          <dgm:constr type="lMarg" refType="primFontSz" fact="0.05"/>
                          <dgm:constr type="rMarg" refType="primFontSz" fact="0.05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34">
                          <dgm:if name="Name35" func="var" arg="dir" op="equ" val="norm">
                            <dgm:alg type="hierChild">
                              <dgm:param type="linDir" val="fromT"/>
                              <dgm:param type="chAlign" val="l"/>
                            </dgm:alg>
                          </dgm:if>
                          <dgm:else name="Name36">
                            <dgm:alg type="hierChild">
                              <dgm:param type="linDir" val="fromT"/>
                              <dgm:param type="chAlign" val="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37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choose name="Name38">
        <dgm:if name="Name39" func="var" arg="dir" op="equ" val="norm">
          <dgm:alg type="lin">
            <dgm:param type="linDir" val="fromL"/>
            <dgm:param type="nodeVertAlign" val="mid"/>
            <dgm:param type="vertAlign" val="mid"/>
            <dgm:param type="nodeHorzAlign" val="l"/>
            <dgm:param type="horzAlign" val="l"/>
          </dgm:alg>
        </dgm:if>
        <dgm:else name="Name40">
          <dgm:alg type="lin">
            <dgm:param type="linDir" val="fromR"/>
            <dgm:param type="nodeVertAlign" val="mid"/>
            <dgm:param type="vertAlign" val="mid"/>
            <dgm:param type="nodeHorzAlign" val="r"/>
            <dgm:param type="horzAlign" val="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rectComp" refType="w"/>
        <dgm:constr type="h" for="ch" forName="rectComp" refType="h"/>
        <dgm:constr type="h" for="des" forName="bgRect" refType="h"/>
        <dgm:constr type="primFontSz" for="des" forName="bgRectTx" op="equ" val="65"/>
      </dgm:constrLst>
      <dgm:ruleLst/>
      <dgm:forEach name="Name41" axis="ch" ptType="node" st="2">
        <dgm:layoutNode name="rectComp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userA"/>
            <dgm:constr type="l" for="ch" forName="bgRect"/>
            <dgm:constr type="t" for="ch" forName="bgRect"/>
            <dgm:constr type="w" for="ch" forName="bgRect" refType="userA" fact="1.2"/>
            <dgm:constr type="l" for="ch" forName="bgRectTx"/>
            <dgm:constr type="t" for="ch" forName="bgRectTx"/>
            <dgm:constr type="h" for="ch" forName="bgRectTx" refType="h" refFor="ch" refForName="bgRect" fact="0.3"/>
            <dgm:constr type="w" for="ch" forName="bgRectTx" refType="w" refFor="ch" refForName="bgRect" op="equ"/>
          </dgm:constrLst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shape xmlns:r="http://schemas.openxmlformats.org/officeDocument/2006/relationships" type="rect" r:blip="" zOrderOff="-999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</dgm:layoutNode>
        <dgm:choose name="Name42">
          <dgm:if name="Name43" axis="self" ptType="node" func="revPos" op="gte" val="2">
            <dgm:layoutNode name="spComp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hSp"/>
                <dgm:constr type="t" for="ch" forName="hSp"/>
                <dgm:constr type="w" for="ch" forName="hSp" refType="userB"/>
                <dgm:constr type="wOff" for="ch" forName="hSp" refType="userA" fact="-0.2"/>
              </dgm:constrLst>
              <dgm:ruleLst/>
              <dgm:layoutNode name="h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44"/>
        </dgm:choos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1D7A49-F7CA-334B-53CF-87460EB48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CCF311-FDE7-0FAD-4973-D6E2D80ECB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7E62BD-A17F-4DEB-2D2E-B908AD77C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BE981-5A92-1B81-66C5-177C7548B2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B3DF65-FC9E-143C-FAEB-B2487E955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08200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A55186-8CB9-FCFD-FBE4-5CA2147E2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A167EE-5B5A-7EF4-8E74-0518AC2CF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2FDF0-EE6A-F4E8-711A-C51FC8613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A51931-5EB3-A4B0-C45E-4754134A2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04D22B-8BA7-CCF6-753E-CBAD5CB97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3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A4F1-2B48-945E-201B-68F4B7310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B2670A-B1F7-6A7F-663A-C1CDAD99FD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FCBA4-8988-6B77-26AC-76F72ECD09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64AD4-4DC5-3AB1-6A4B-C0A4A1A168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A1891-5E44-A11A-3F1D-51BE31F1BC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753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053B3-E5A9-16BF-D7EC-08279EEC3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AD5A0-196A-09AF-5685-DF3C9940DF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ECD03E-CCBF-0782-A716-AF9A79F7B4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9C8D48-9277-30DA-5A67-B1F2564BC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A60A5C-884A-5214-C95C-A11695019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66FC57-BF4F-C972-7682-E61F8DF57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2130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A6686-133D-CDD0-90A8-33548E772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E92C6-7D45-1BD2-F57C-183C3ECF4D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59E4FA-026B-3E67-93E3-358FB712EF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CD149A-F221-03EF-9BB1-5FE727EE0F6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1282FB-DB9F-31E0-8192-EEE9FF1EBD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EA5F65-9D8B-EA0C-6ECC-565456BC72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5CCF16-F11A-F784-2AD1-90524F27E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C94E9F-DA08-C9D4-8FD3-C6CC2997E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01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07E930-00A3-3953-4849-17253F286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C2FDB6-FB8C-120F-C833-25F7BCC0D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938F9-2106-4F5C-4D56-3C5A7FFA1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D1A288-28D0-1350-5582-4E78FEBD8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3896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3D5C20-6907-B56C-0B0C-EC1A7236E1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3686283-316A-B75A-D616-794F1C448D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B28909-3E03-159E-F456-65B81C98B7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8827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0B7A8-4C2F-9E5C-9737-62F06E000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6162B1-26E7-02F1-B6E6-4C838BE4E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E29053-96D8-2DF2-9B9B-5A19EF09B5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BC08BB-0FF5-0F00-8D60-3DB0F19AF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F39BF2-0B38-E3B8-370A-DA0D5C9D9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0B565D-53ED-EC5A-68C6-B16060C3D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873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D29B8-093B-FBDD-6305-2AA993991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6CC214-1FCD-AFC6-8BAE-9AF1F46C08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A3E804-13FB-E62B-B7F3-C17B6D560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FCDF1D-251A-861D-3981-E9215F152D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935CE3-2B40-5E95-7949-A8D9D80FBB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7946C-DE22-B3AA-DF7F-C6FC53C07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965A7-8941-B8E4-A4D6-6729A9D26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A59F94-397D-1D22-7B73-395F6C4ACC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613CE-1886-DB39-20AD-0A83A6C4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B044D-4C87-9A5F-1C18-09B385FE6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E5A541-C91B-279D-7C7E-0884AA1F66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7205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D8C4511-B285-5C8B-7B0A-DED61AC3B1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0FC32E-4B7B-C794-23D7-C6F97E92F5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D289DA-F092-5506-4463-AFD3859F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EB9A09-0B71-C4E5-9FBC-6C357CC5C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714ECE-99DD-CDF4-A432-017DE3FAA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759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5B4FEA-A4BF-EC6A-696A-FB63F6D4D5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7E33D1-1631-E9D9-461E-7C320AE358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049BEC-D93C-E283-5361-A8A13E7B2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4A78D3-A00D-9B4C-9E12-87CF48E72405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4006FD-F0A7-337C-DC4A-39CCBAD840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B4074C-38D6-DC75-604A-0E84CA71DE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5F6715-C73E-BC42-BD35-76425CB23A7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495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9D6F82C2-A0CE-0E65-68B6-155D5313020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82404602"/>
              </p:ext>
            </p:extLst>
          </p:nvPr>
        </p:nvGraphicFramePr>
        <p:xfrm>
          <a:off x="-3247620" y="0"/>
          <a:ext cx="15609382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86042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120</Words>
  <Application>Microsoft Macintosh PowerPoint</Application>
  <PresentationFormat>Widescreen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Hannah Comiskey</dc:creator>
  <cp:lastModifiedBy>Hannah Comiskey</cp:lastModifiedBy>
  <cp:revision>3</cp:revision>
  <dcterms:created xsi:type="dcterms:W3CDTF">2026-04-07T05:26:03Z</dcterms:created>
  <dcterms:modified xsi:type="dcterms:W3CDTF">2026-04-07T06:56:59Z</dcterms:modified>
</cp:coreProperties>
</file>